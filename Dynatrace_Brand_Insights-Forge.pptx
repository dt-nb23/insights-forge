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2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134806363" r:id="rId6"/>
    <p:sldId id="2134806316" r:id="rId7"/>
    <p:sldId id="2134806353" r:id="rId8"/>
    <p:sldId id="2134806351" r:id="rId9"/>
    <p:sldId id="2134806358" r:id="rId10"/>
    <p:sldId id="2134806341" r:id="rId11"/>
    <p:sldId id="2134806142" r:id="rId12"/>
    <p:sldId id="2134806315" r:id="rId13"/>
    <p:sldId id="2134806139" r:id="rId14"/>
    <p:sldId id="2134806140" r:id="rId15"/>
    <p:sldId id="2134806138" r:id="rId16"/>
    <p:sldId id="2134806098" r:id="rId17"/>
    <p:sldId id="2134806319" r:id="rId18"/>
    <p:sldId id="2134806217" r:id="rId19"/>
  </p:sldIdLst>
  <p:sldSz cx="12192000" cy="6858000"/>
  <p:notesSz cx="6858000" cy="9144000"/>
  <p:embeddedFontLst>
    <p:embeddedFont>
      <p:font typeface="DT Flow" pitchFamily="2" charset="77"/>
      <p:regular r:id="rId22"/>
      <p:bold r:id="rId23"/>
    </p:embeddedFont>
    <p:embeddedFont>
      <p:font typeface="DT Flow Light" pitchFamily="2" charset="77"/>
      <p:regular r:id="rId24"/>
    </p:embeddedFont>
    <p:embeddedFont>
      <p:font typeface="DT Flow Medium" pitchFamily="2" charset="77"/>
      <p:regular r:id="rId25"/>
    </p:embeddedFont>
    <p:embeddedFont>
      <p:font typeface="DTFlow-Light" pitchFamily="2" charset="77"/>
      <p:regular r:id="rId26"/>
    </p:embeddedFont>
    <p:embeddedFont>
      <p:font typeface="DTFlow-Medium" pitchFamily="2" charset="77"/>
      <p:regular r:id="rId27"/>
    </p:embeddedFont>
  </p:embeddedFontLst>
  <p:defaultTextStyle>
    <a:defPPr>
      <a:defRPr lang="en-US"/>
    </a:defPPr>
    <a:lvl1pPr marL="0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6783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3569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0354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7138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3922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0707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7492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4275" algn="l" defTabSz="91356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BB8A6B90-8F9C-2F47-817B-083A711A1D62}">
          <p14:sldIdLst>
            <p14:sldId id="256"/>
            <p14:sldId id="2134806363"/>
          </p14:sldIdLst>
        </p14:section>
        <p14:section name="Branded components" id="{1F086C89-9DAB-CC4F-86EE-E0F2CAA2DF93}">
          <p14:sldIdLst>
            <p14:sldId id="2134806316"/>
            <p14:sldId id="2134806353"/>
            <p14:sldId id="2134806351"/>
            <p14:sldId id="2134806358"/>
            <p14:sldId id="2134806341"/>
            <p14:sldId id="2134806142"/>
            <p14:sldId id="2134806315"/>
            <p14:sldId id="2134806139"/>
            <p14:sldId id="2134806140"/>
            <p14:sldId id="2134806138"/>
            <p14:sldId id="2134806098"/>
            <p14:sldId id="2134806319"/>
            <p14:sldId id="2134806217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F73519-A71C-F2C6-9071-CEACEA86D95D}" name="Erewa, Toni" initials="" userId="S::toni.erewa@dynatrace.com::a083b743-7a7f-4005-8f65-15fbc415b036" providerId="AD"/>
  <p188:author id="{274FE31B-85AA-352C-0645-E1B31FA62AD9}" name="Primeau, Andy" initials="PA" userId="S::andy.primeau@dynatrace.com::3379d370-2e2a-4659-8abb-c21ad41dd794" providerId="AD"/>
  <p188:author id="{636C4FA9-41CC-7E4C-65B3-EF5B0102B06B}" name="Sutton, Kiley" initials="" userId="S::kiley.sutton@dynatrace.com::84f8eb5a-68b0-43e7-8526-b006638760a3" providerId="AD"/>
  <p188:author id="{EFE3E1D1-9FA8-54AD-114E-76541E48EE06}" name="Aylmer, Jed" initials="JA" userId="S::jed.aylmer@dynatrace.com::063f29d7-db01-4138-a04c-586bd0c78c69" providerId="AD"/>
  <p188:author id="{197912D3-FC8A-6A9A-D53F-6521D9156398}" name="Tollefson, Nina" initials="" userId="S::nina.tollefson@dynatrace.com::e496fee5-b356-4526-b03f-9e2676692c29" providerId="AD"/>
  <p188:author id="{0BA3DBD4-010F-14FB-400E-23E5D6C262E3}" name="Crandall, Emily" initials="" userId="S::emily.crandall@dynatrace.com::a4f4e250-a14e-4c2c-a617-494ee6bc4b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747F"/>
    <a:srgbClr val="EBEBEB"/>
    <a:srgbClr val="C2C2C2"/>
    <a:srgbClr val="F5F5F5"/>
    <a:srgbClr val="00D3D3"/>
    <a:srgbClr val="0052F5"/>
    <a:srgbClr val="4C40FF"/>
    <a:srgbClr val="0E1322"/>
    <a:srgbClr val="121925"/>
    <a:srgbClr val="070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4AC93-3229-F74B-9E62-F067BDC45F78}" v="2" dt="2026-04-30T18:38:40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3"/>
    <p:restoredTop sz="94658"/>
  </p:normalViewPr>
  <p:slideViewPr>
    <p:cSldViewPr snapToGrid="0">
      <p:cViewPr varScale="1">
        <p:scale>
          <a:sx n="120" d="100"/>
          <a:sy n="120" d="100"/>
        </p:scale>
        <p:origin x="984" y="1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r>
              <a:rPr lang="en-US" sz="1800" b="0" i="0" baseline="0">
                <a:solidFill>
                  <a:schemeClr val="tx1"/>
                </a:solidFill>
                <a:latin typeface="+mj-lt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333378742882053"/>
          <c:y val="0.10668992058266945"/>
          <c:w val="0.84860392883415525"/>
          <c:h val="0.706941145143775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6F-794D-9B79-724AEB5A3B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6F-794D-9B79-724AEB5A3B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6F-794D-9B79-724AEB5A3B8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B0EB-9642-A370-EC2C29FEE2C1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3.1</c:v>
                </c:pt>
                <c:pt idx="1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C6F-794D-9B79-724AEB5A3B8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4.2</c:v>
                </c:pt>
                <c:pt idx="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6F-794D-9B79-724AEB5A3B8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1.4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C6F-794D-9B79-724AEB5A3B8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1.8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1E-AB44-94BC-29494E479718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0">
                  <c:v>3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4D1E-AB44-94BC-29494E4797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7816959"/>
        <c:axId val="646535103"/>
      </c:barChart>
      <c:catAx>
        <c:axId val="657816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535103"/>
        <c:crosses val="autoZero"/>
        <c:auto val="1"/>
        <c:lblAlgn val="ctr"/>
        <c:lblOffset val="100"/>
        <c:noMultiLvlLbl val="0"/>
      </c:catAx>
      <c:valAx>
        <c:axId val="64653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alpha val="26137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16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804484647031577"/>
          <c:y val="0.90879073729223159"/>
          <c:w val="0.84331199084543496"/>
          <c:h val="9.04128357765479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+mn-lt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r>
              <a:rPr lang="en-US" sz="1800">
                <a:solidFill>
                  <a:schemeClr val="tx1"/>
                </a:solidFill>
                <a:latin typeface="+mj-lt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9841023042923777E-2"/>
          <c:y val="0.17775071481520704"/>
          <c:w val="0.80031795391415239"/>
          <c:h val="0.6014031120170347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9-9B48-913B-DD9DE66097F5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9-9B48-913B-DD9DE66097F5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9-9B48-913B-DD9DE66097F5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9-9B48-913B-DD9DE66097F5}"/>
              </c:ext>
            </c:extLst>
          </c:dPt>
          <c:dPt>
            <c:idx val="4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9-9B48-913B-DD9DE66097F5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9-9B48-913B-DD9DE66097F5}"/>
              </c:ext>
            </c:extLst>
          </c:dPt>
          <c:dPt>
            <c:idx val="6"/>
            <c:bubble3D val="0"/>
            <c:spPr>
              <a:solidFill>
                <a:schemeClr val="accent5">
                  <a:lumMod val="75000"/>
                </a:schemeClr>
              </a:solidFill>
              <a:ln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A1BF-504A-B4BD-281EC2B3873D}"/>
              </c:ext>
            </c:extLst>
          </c:dPt>
          <c:dPt>
            <c:idx val="7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1BF-504A-B4BD-281EC2B3873D}"/>
              </c:ext>
            </c:extLst>
          </c:dPt>
          <c:cat>
            <c:strRef>
              <c:f>Sheet1!$A$2:$A$9</c:f>
              <c:strCache>
                <c:ptCount val="8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  <c:pt idx="6">
                  <c:v>Category 7</c:v>
                </c:pt>
                <c:pt idx="7">
                  <c:v>Category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1</c:v>
                </c:pt>
                <c:pt idx="4">
                  <c:v>1.3</c:v>
                </c:pt>
                <c:pt idx="5">
                  <c:v>1.8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A19-9B48-913B-DD9DE6609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1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812022850753828E-2"/>
          <c:y val="0.84765837303070268"/>
          <c:w val="0.88037595429849236"/>
          <c:h val="0.116217968970849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862" b="0" i="0" u="none" strike="noStrike" kern="1200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r>
              <a:rPr lang="en-US" sz="1800" b="0" i="0">
                <a:solidFill>
                  <a:schemeClr val="tx1"/>
                </a:solidFill>
                <a:latin typeface="+mj-lt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862" b="0" i="0" u="none" strike="noStrike" kern="1200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897665041004819E-2"/>
          <c:y val="0.10985003753054347"/>
          <c:w val="0.88004005122197093"/>
          <c:h val="0.7043034632326363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77-9F4F-8F86-09E0434EF7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2.1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77-9F4F-8F86-09E0434EF7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4.4000000000000004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B77-9F4F-8F86-09E0434EF7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4.8</c:v>
                </c:pt>
                <c:pt idx="1">
                  <c:v>1.2</c:v>
                </c:pt>
                <c:pt idx="2">
                  <c:v>3.2</c:v>
                </c:pt>
                <c:pt idx="3">
                  <c:v>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B77-9F4F-8F86-09E0434EF70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3.2</c:v>
                </c:pt>
                <c:pt idx="1">
                  <c:v>3.2</c:v>
                </c:pt>
                <c:pt idx="2">
                  <c:v>2.5</c:v>
                </c:pt>
                <c:pt idx="3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B77-9F4F-8F86-09E0434EF70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ln w="28575" cap="rnd">
              <a:solidFill>
                <a:schemeClr val="accent5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1.2</c:v>
                </c:pt>
                <c:pt idx="1">
                  <c:v>5.3</c:v>
                </c:pt>
                <c:pt idx="2">
                  <c:v>3.8</c:v>
                </c:pt>
                <c:pt idx="3">
                  <c:v>2.2999999999999998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B77-9F4F-8F86-09E0434EF7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7816959"/>
        <c:axId val="646535103"/>
      </c:lineChart>
      <c:catAx>
        <c:axId val="657816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535103"/>
        <c:crosses val="autoZero"/>
        <c:auto val="1"/>
        <c:lblAlgn val="ctr"/>
        <c:lblOffset val="100"/>
        <c:noMultiLvlLbl val="0"/>
      </c:catAx>
      <c:valAx>
        <c:axId val="64653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6F747F">
                  <a:alpha val="2500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16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74380840803204"/>
          <c:y val="0.90238013553263907"/>
          <c:w val="0.6899501403155055"/>
          <c:h val="9.52115476679126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+mn-lt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804238-EC80-FB4B-941E-9312C939D7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DT Flow Light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B66F3-392C-0A47-831D-48D35E3458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55B36-A5B0-104D-B8CD-F883848663BE}" type="datetimeFigureOut">
              <a:rPr lang="en-US" smtClean="0">
                <a:latin typeface="DT Flow Light" pitchFamily="2" charset="77"/>
              </a:rPr>
              <a:t>5/19/26</a:t>
            </a:fld>
            <a:endParaRPr lang="en-US">
              <a:latin typeface="DT Flow Light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738F3-C544-884A-A94D-4731DAAC17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DT Flow Ligh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86229-D175-5649-8942-DE7F23C5E0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C09F1-4DD7-EA47-BCAC-42996FCC1491}" type="slidenum">
              <a:rPr lang="en-US" smtClean="0">
                <a:latin typeface="DT Flow Light" pitchFamily="2" charset="77"/>
              </a:rPr>
              <a:t>‹#›</a:t>
            </a:fld>
            <a:endParaRPr lang="en-US">
              <a:latin typeface="DT Flow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1967556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DT Flow Light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DT Flow Light" pitchFamily="2" charset="77"/>
              </a:defRPr>
            </a:lvl1pPr>
          </a:lstStyle>
          <a:p>
            <a:fld id="{17C5C96F-C94A-4B4F-99A7-E5756576ABC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DT Flow Light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DT Flow Light" pitchFamily="2" charset="77"/>
              </a:defRPr>
            </a:lvl1pPr>
          </a:lstStyle>
          <a:p>
            <a:fld id="{FAA1038F-6634-544B-85D0-0C51AF60D7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7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1pPr>
    <a:lvl2pPr marL="456783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2pPr>
    <a:lvl3pPr marL="913569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3pPr>
    <a:lvl4pPr marL="1370354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4pPr>
    <a:lvl5pPr marL="1827138" algn="l" defTabSz="913569" rtl="0" eaLnBrk="1" latinLnBrk="0" hangingPunct="1">
      <a:defRPr sz="1200" b="0" i="0" kern="1200">
        <a:solidFill>
          <a:schemeClr val="tx1"/>
        </a:solidFill>
        <a:latin typeface="DT Flow Light" pitchFamily="2" charset="77"/>
        <a:ea typeface="+mn-ea"/>
        <a:cs typeface="+mn-cs"/>
      </a:defRPr>
    </a:lvl5pPr>
    <a:lvl6pPr marL="2283922" algn="l" defTabSz="9135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0707" algn="l" defTabSz="9135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492" algn="l" defTabSz="9135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275" algn="l" defTabSz="9135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05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92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493D-3A29-8DF0-D6FE-E63F8E26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9FDAA-2ED0-2951-1DDB-2D68C0D95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72701-E714-1D1F-EFD8-001FD0194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C7C95-E94D-A753-BD88-E7A8EDCC7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14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3E213-6EAE-69A8-D9B8-18BBBA74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CA082-0D6B-B2AD-A64B-4DDC436C8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5F603-7B0D-550E-F447-EE3F323AF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6F42E-5162-80D0-CF21-7AEA7FC2C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93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8D15-2844-343B-31E9-2D864509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91F39-B59A-12B6-09E1-D98D9CFEF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F222F-2F3D-800B-0E26-C6797BBC7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7B143-3894-8D02-8205-75EF716AA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33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EE14-7FAB-446E-CC1A-D0621773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003D5-6281-EB5D-F8AC-D7959B2CF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ACF48-0325-642D-8A69-921554551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73F3-38D9-BD5A-6619-F773A6FCF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39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9A960-DA56-5541-9DBD-B49AD79C0B5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83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34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10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9A960-DA56-5541-9DBD-B49AD79C0B5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78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1038F-6634-544B-85D0-0C51AF60D7D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86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9A960-DA56-5541-9DBD-B49AD79C0B5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52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E45647C4-3708-8988-60FA-47C5F8AE75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F912AC74-08F1-E07F-2006-63F9523C39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221183"/>
            <a:ext cx="7289800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4FE060-6DC1-FF59-2094-8E3B7C977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281695"/>
            <a:ext cx="8229600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FAE7CBA8-D1E4-44C2-01F7-88F8985F44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3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1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company 1">
            <a:extLst>
              <a:ext uri="{FF2B5EF4-FFF2-40B4-BE49-F238E27FC236}">
                <a16:creationId xmlns:a16="http://schemas.microsoft.com/office/drawing/2014/main" id="{2613B899-81B1-B537-786E-79C3A82A3B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12914" y="4346936"/>
            <a:ext cx="2409136" cy="295466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FF12E48-BD0F-D37F-35D6-ED2177FCD6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12914" y="4067090"/>
            <a:ext cx="2409136" cy="295466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2914" y="3760516"/>
            <a:ext cx="2409137" cy="307777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11" name="headshot 1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61594" y="1996248"/>
            <a:ext cx="1511777" cy="1511777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5C4C40F-2C2E-69AD-D25A-BC489AC0F3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545148"/>
            <a:ext cx="7289800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C4A2161-09C2-CBD6-4986-03BAC3C71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660"/>
            <a:ext cx="7289800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AD571551-137D-E368-2770-7CC6BFF8F4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8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2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company 2">
            <a:extLst>
              <a:ext uri="{FF2B5EF4-FFF2-40B4-BE49-F238E27FC236}">
                <a16:creationId xmlns:a16="http://schemas.microsoft.com/office/drawing/2014/main" id="{97169659-DBAF-0D58-65C8-0C72C974C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11365" y="4305487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0D56C580-02CB-7BD9-786B-F756F084A5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11365" y="4025641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name 2">
            <a:extLst>
              <a:ext uri="{FF2B5EF4-FFF2-40B4-BE49-F238E27FC236}">
                <a16:creationId xmlns:a16="http://schemas.microsoft.com/office/drawing/2014/main" id="{66722F5F-E16A-C201-11E9-55F9F8B6C7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1363" y="3719067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24" name="headshot 2">
            <a:extLst>
              <a:ext uri="{FF2B5EF4-FFF2-40B4-BE49-F238E27FC236}">
                <a16:creationId xmlns:a16="http://schemas.microsoft.com/office/drawing/2014/main" id="{95B6C288-DEF7-674B-F143-E6CC0B27F4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18173" y="3690528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3" name="company 1">
            <a:extLst>
              <a:ext uri="{FF2B5EF4-FFF2-40B4-BE49-F238E27FC236}">
                <a16:creationId xmlns:a16="http://schemas.microsoft.com/office/drawing/2014/main" id="{2613B899-81B1-B537-786E-79C3A82A3B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1365" y="2865708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FF12E48-BD0F-D37F-35D6-ED2177FCD6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11365" y="2585862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1363" y="2279288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11" name="headshot 1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8173" y="2250749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1C3060B-32E0-92DE-442D-4F3B4AF781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545148"/>
            <a:ext cx="6975174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5867327-31A6-57D7-8DC5-461266F696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660"/>
            <a:ext cx="6975174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1663D1E2-05C8-3F21-BFFD-EBE4FA5636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50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3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company 3">
            <a:extLst>
              <a:ext uri="{FF2B5EF4-FFF2-40B4-BE49-F238E27FC236}">
                <a16:creationId xmlns:a16="http://schemas.microsoft.com/office/drawing/2014/main" id="{7BF29A14-60DA-193D-12FE-10642DD8DB2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11365" y="5028525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8" name="title 3">
            <a:extLst>
              <a:ext uri="{FF2B5EF4-FFF2-40B4-BE49-F238E27FC236}">
                <a16:creationId xmlns:a16="http://schemas.microsoft.com/office/drawing/2014/main" id="{0D48642A-8722-7B13-162E-9ED14746D1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11365" y="4748679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name 3">
            <a:extLst>
              <a:ext uri="{FF2B5EF4-FFF2-40B4-BE49-F238E27FC236}">
                <a16:creationId xmlns:a16="http://schemas.microsoft.com/office/drawing/2014/main" id="{2422A9EE-2E1A-9435-D664-B1D7E58FC3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11363" y="4442105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36" name="headshot 3">
            <a:extLst>
              <a:ext uri="{FF2B5EF4-FFF2-40B4-BE49-F238E27FC236}">
                <a16:creationId xmlns:a16="http://schemas.microsoft.com/office/drawing/2014/main" id="{20D0079E-885B-ACAE-5F4F-04E4573BF1C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18173" y="4413566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35" name="company 2">
            <a:extLst>
              <a:ext uri="{FF2B5EF4-FFF2-40B4-BE49-F238E27FC236}">
                <a16:creationId xmlns:a16="http://schemas.microsoft.com/office/drawing/2014/main" id="{97169659-DBAF-0D58-65C8-0C72C974C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11365" y="3588746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0D56C580-02CB-7BD9-786B-F756F084A5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11365" y="3308900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name 2">
            <a:extLst>
              <a:ext uri="{FF2B5EF4-FFF2-40B4-BE49-F238E27FC236}">
                <a16:creationId xmlns:a16="http://schemas.microsoft.com/office/drawing/2014/main" id="{66722F5F-E16A-C201-11E9-55F9F8B6C7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1363" y="3002326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24" name="headshot 2">
            <a:extLst>
              <a:ext uri="{FF2B5EF4-FFF2-40B4-BE49-F238E27FC236}">
                <a16:creationId xmlns:a16="http://schemas.microsoft.com/office/drawing/2014/main" id="{95B6C288-DEF7-674B-F143-E6CC0B27F4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18173" y="2973787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3" name="company 1">
            <a:extLst>
              <a:ext uri="{FF2B5EF4-FFF2-40B4-BE49-F238E27FC236}">
                <a16:creationId xmlns:a16="http://schemas.microsoft.com/office/drawing/2014/main" id="{2613B899-81B1-B537-786E-79C3A82A3B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1365" y="2148967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FF12E48-BD0F-D37F-35D6-ED2177FCD6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11365" y="1869121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1363" y="1562547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11" name="headshot 1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8173" y="1534008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C230C87-7A76-E851-607B-EA79E200AD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545148"/>
            <a:ext cx="6975173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B7E4E74-079A-5310-51A9-6C9FBFD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660"/>
            <a:ext cx="6975173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B76DA324-2B1F-50C9-58C1-1FB68FEDC2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49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company 4">
            <a:extLst>
              <a:ext uri="{FF2B5EF4-FFF2-40B4-BE49-F238E27FC236}">
                <a16:creationId xmlns:a16="http://schemas.microsoft.com/office/drawing/2014/main" id="{669026E6-B691-7636-C333-AC98A23DAB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11365" y="5746369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itle 4">
            <a:extLst>
              <a:ext uri="{FF2B5EF4-FFF2-40B4-BE49-F238E27FC236}">
                <a16:creationId xmlns:a16="http://schemas.microsoft.com/office/drawing/2014/main" id="{79F0B4CE-A249-4DBC-CAE6-767A286D4C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11365" y="5466523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name 4">
            <a:extLst>
              <a:ext uri="{FF2B5EF4-FFF2-40B4-BE49-F238E27FC236}">
                <a16:creationId xmlns:a16="http://schemas.microsoft.com/office/drawing/2014/main" id="{7F97EE67-32B0-B7C4-4163-CB1F48EB67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11363" y="5159949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40" name="headshot 4">
            <a:extLst>
              <a:ext uri="{FF2B5EF4-FFF2-40B4-BE49-F238E27FC236}">
                <a16:creationId xmlns:a16="http://schemas.microsoft.com/office/drawing/2014/main" id="{89A7949E-6653-8C9A-B19A-A123AC02677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18173" y="5131410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99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39" name="company 3">
            <a:extLst>
              <a:ext uri="{FF2B5EF4-FFF2-40B4-BE49-F238E27FC236}">
                <a16:creationId xmlns:a16="http://schemas.microsoft.com/office/drawing/2014/main" id="{7BF29A14-60DA-193D-12FE-10642DD8DB2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11365" y="4306591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8" name="title 3">
            <a:extLst>
              <a:ext uri="{FF2B5EF4-FFF2-40B4-BE49-F238E27FC236}">
                <a16:creationId xmlns:a16="http://schemas.microsoft.com/office/drawing/2014/main" id="{0D48642A-8722-7B13-162E-9ED14746D1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11365" y="4026745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name 3">
            <a:extLst>
              <a:ext uri="{FF2B5EF4-FFF2-40B4-BE49-F238E27FC236}">
                <a16:creationId xmlns:a16="http://schemas.microsoft.com/office/drawing/2014/main" id="{2422A9EE-2E1A-9435-D664-B1D7E58FC3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11363" y="3720171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36" name="headshot 3">
            <a:extLst>
              <a:ext uri="{FF2B5EF4-FFF2-40B4-BE49-F238E27FC236}">
                <a16:creationId xmlns:a16="http://schemas.microsoft.com/office/drawing/2014/main" id="{20D0079E-885B-ACAE-5F4F-04E4573BF1C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18173" y="3691632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99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35" name="company 2">
            <a:extLst>
              <a:ext uri="{FF2B5EF4-FFF2-40B4-BE49-F238E27FC236}">
                <a16:creationId xmlns:a16="http://schemas.microsoft.com/office/drawing/2014/main" id="{97169659-DBAF-0D58-65C8-0C72C974C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11365" y="2866812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0D56C580-02CB-7BD9-786B-F756F084A5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11365" y="2586966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name 2">
            <a:extLst>
              <a:ext uri="{FF2B5EF4-FFF2-40B4-BE49-F238E27FC236}">
                <a16:creationId xmlns:a16="http://schemas.microsoft.com/office/drawing/2014/main" id="{66722F5F-E16A-C201-11E9-55F9F8B6C7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1363" y="2280392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Lastname</a:t>
            </a:r>
          </a:p>
        </p:txBody>
      </p:sp>
      <p:sp>
        <p:nvSpPr>
          <p:cNvPr id="24" name="headshot 2">
            <a:extLst>
              <a:ext uri="{FF2B5EF4-FFF2-40B4-BE49-F238E27FC236}">
                <a16:creationId xmlns:a16="http://schemas.microsoft.com/office/drawing/2014/main" id="{95B6C288-DEF7-674B-F143-E6CC0B27F4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18173" y="2251853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99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3" name="company 1">
            <a:extLst>
              <a:ext uri="{FF2B5EF4-FFF2-40B4-BE49-F238E27FC236}">
                <a16:creationId xmlns:a16="http://schemas.microsoft.com/office/drawing/2014/main" id="{2613B899-81B1-B537-786E-79C3A82A3B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1365" y="1427033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FF12E48-BD0F-D37F-35D6-ED2177FCD6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11365" y="1147187"/>
            <a:ext cx="2409136" cy="295466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1363" y="840613"/>
            <a:ext cx="2409137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Lastname</a:t>
            </a:r>
          </a:p>
        </p:txBody>
      </p:sp>
      <p:sp>
        <p:nvSpPr>
          <p:cNvPr id="11" name="headshot 1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8173" y="812074"/>
            <a:ext cx="911529" cy="91152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6"/>
                </a:gs>
                <a:gs pos="99000">
                  <a:schemeClr val="accent4"/>
                </a:gs>
              </a:gsLst>
              <a:lin ang="5400000" scaled="1"/>
            </a:gra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 b="0" i="0">
                <a:latin typeface="DT Flow Light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7F3B412-962D-DE17-2BA5-FF79DF7677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3545148"/>
            <a:ext cx="6975173" cy="517065"/>
          </a:xfrm>
        </p:spPr>
        <p:txBody>
          <a:bodyPr wrap="square" lIns="45720" rIns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93EEC76-2714-989A-8203-355EFF6EF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660"/>
            <a:ext cx="6975173" cy="939488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C8E79F7-6824-889D-9F55-63A288F8C3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82452"/>
            <a:ext cx="2590800" cy="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1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2059118E-F62E-29AC-4C51-EA6FE2DD0E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name 1">
            <a:extLst>
              <a:ext uri="{FF2B5EF4-FFF2-40B4-BE49-F238E27FC236}">
                <a16:creationId xmlns:a16="http://schemas.microsoft.com/office/drawing/2014/main" id="{36F500F3-1DD8-3F5C-FB75-18411F7FA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1500" y="1510275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CBBB3C-E00A-6AB5-A365-C51F904FCF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76743"/>
            <a:ext cx="5118100" cy="5693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name 1">
            <a:extLst>
              <a:ext uri="{FF2B5EF4-FFF2-40B4-BE49-F238E27FC236}">
                <a16:creationId xmlns:a16="http://schemas.microsoft.com/office/drawing/2014/main" id="{9B6C6320-3E20-6B9C-FD5C-5FB4B345C7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06499" y="1510275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12" name="name 1">
            <a:extLst>
              <a:ext uri="{FF2B5EF4-FFF2-40B4-BE49-F238E27FC236}">
                <a16:creationId xmlns:a16="http://schemas.microsoft.com/office/drawing/2014/main" id="{D61F80FE-D98A-D86A-ECF3-547FA03C4B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1500" y="1980175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02.</a:t>
            </a:r>
          </a:p>
        </p:txBody>
      </p:sp>
      <p:sp>
        <p:nvSpPr>
          <p:cNvPr id="13" name="name 1">
            <a:extLst>
              <a:ext uri="{FF2B5EF4-FFF2-40B4-BE49-F238E27FC236}">
                <a16:creationId xmlns:a16="http://schemas.microsoft.com/office/drawing/2014/main" id="{7AA6A5E7-7D79-C8CB-4E41-2D3D1DDBC7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06499" y="1980175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14" name="name 1">
            <a:extLst>
              <a:ext uri="{FF2B5EF4-FFF2-40B4-BE49-F238E27FC236}">
                <a16:creationId xmlns:a16="http://schemas.microsoft.com/office/drawing/2014/main" id="{7A1BC1BE-73F1-BB62-60EF-B313852418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" y="24531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03.</a:t>
            </a:r>
          </a:p>
        </p:txBody>
      </p:sp>
      <p:sp>
        <p:nvSpPr>
          <p:cNvPr id="15" name="name 1">
            <a:extLst>
              <a:ext uri="{FF2B5EF4-FFF2-40B4-BE49-F238E27FC236}">
                <a16:creationId xmlns:a16="http://schemas.microsoft.com/office/drawing/2014/main" id="{1AE7DC43-A071-C4E8-D067-C021BF3906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6499" y="24531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16" name="name 1">
            <a:extLst>
              <a:ext uri="{FF2B5EF4-FFF2-40B4-BE49-F238E27FC236}">
                <a16:creationId xmlns:a16="http://schemas.microsoft.com/office/drawing/2014/main" id="{3D76A4E1-6236-0D1E-89AC-31205E27AF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1500" y="29230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04.</a:t>
            </a:r>
          </a:p>
        </p:txBody>
      </p:sp>
      <p:sp>
        <p:nvSpPr>
          <p:cNvPr id="17" name="name 1">
            <a:extLst>
              <a:ext uri="{FF2B5EF4-FFF2-40B4-BE49-F238E27FC236}">
                <a16:creationId xmlns:a16="http://schemas.microsoft.com/office/drawing/2014/main" id="{1476B992-C1F5-7AEA-8657-97D552A167A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06499" y="29230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18" name="name 1">
            <a:extLst>
              <a:ext uri="{FF2B5EF4-FFF2-40B4-BE49-F238E27FC236}">
                <a16:creationId xmlns:a16="http://schemas.microsoft.com/office/drawing/2014/main" id="{BA6B0CBC-E8EC-A1DB-F0D7-11CDCF91B6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501" y="33929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05.</a:t>
            </a:r>
          </a:p>
        </p:txBody>
      </p:sp>
      <p:sp>
        <p:nvSpPr>
          <p:cNvPr id="20" name="name 1">
            <a:extLst>
              <a:ext uri="{FF2B5EF4-FFF2-40B4-BE49-F238E27FC236}">
                <a16:creationId xmlns:a16="http://schemas.microsoft.com/office/drawing/2014/main" id="{97682397-69C3-087B-B03B-8254589A0A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06500" y="33929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21" name="name 1">
            <a:extLst>
              <a:ext uri="{FF2B5EF4-FFF2-40B4-BE49-F238E27FC236}">
                <a16:creationId xmlns:a16="http://schemas.microsoft.com/office/drawing/2014/main" id="{41848B45-377A-A3CF-84EF-F8E7FD40FF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1501" y="38628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06.</a:t>
            </a:r>
          </a:p>
        </p:txBody>
      </p:sp>
      <p:sp>
        <p:nvSpPr>
          <p:cNvPr id="26" name="name 1">
            <a:extLst>
              <a:ext uri="{FF2B5EF4-FFF2-40B4-BE49-F238E27FC236}">
                <a16:creationId xmlns:a16="http://schemas.microsoft.com/office/drawing/2014/main" id="{4ED4EC6D-4828-7B30-4DFB-8D35046AC8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06500" y="38628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AED4E8F3-AD1B-6AF8-804A-E082944BDB1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1501" y="43327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07.</a:t>
            </a:r>
          </a:p>
        </p:txBody>
      </p:sp>
      <p:sp>
        <p:nvSpPr>
          <p:cNvPr id="28" name="name 1">
            <a:extLst>
              <a:ext uri="{FF2B5EF4-FFF2-40B4-BE49-F238E27FC236}">
                <a16:creationId xmlns:a16="http://schemas.microsoft.com/office/drawing/2014/main" id="{36A0FDAE-3467-5EF9-BA00-1A313A479D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06500" y="43327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29" name="name 1">
            <a:extLst>
              <a:ext uri="{FF2B5EF4-FFF2-40B4-BE49-F238E27FC236}">
                <a16:creationId xmlns:a16="http://schemas.microsoft.com/office/drawing/2014/main" id="{99914519-A56C-38F2-04DD-AD586E9C7F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1500" y="48026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08.</a:t>
            </a:r>
          </a:p>
        </p:txBody>
      </p:sp>
      <p:sp>
        <p:nvSpPr>
          <p:cNvPr id="30" name="name 1">
            <a:extLst>
              <a:ext uri="{FF2B5EF4-FFF2-40B4-BE49-F238E27FC236}">
                <a16:creationId xmlns:a16="http://schemas.microsoft.com/office/drawing/2014/main" id="{EF116D76-9534-9348-AD1D-367A0FE8A0D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06499" y="48026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45" name="name 1">
            <a:extLst>
              <a:ext uri="{FF2B5EF4-FFF2-40B4-BE49-F238E27FC236}">
                <a16:creationId xmlns:a16="http://schemas.microsoft.com/office/drawing/2014/main" id="{8295DB0D-7773-CC24-0F61-1D77A8F74D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67500" y="1510275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09.</a:t>
            </a:r>
          </a:p>
        </p:txBody>
      </p:sp>
      <p:sp>
        <p:nvSpPr>
          <p:cNvPr id="46" name="name 1">
            <a:extLst>
              <a:ext uri="{FF2B5EF4-FFF2-40B4-BE49-F238E27FC236}">
                <a16:creationId xmlns:a16="http://schemas.microsoft.com/office/drawing/2014/main" id="{949DD0BF-0392-7016-0034-C2E67E4B7C5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302499" y="1510275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47" name="name 1">
            <a:extLst>
              <a:ext uri="{FF2B5EF4-FFF2-40B4-BE49-F238E27FC236}">
                <a16:creationId xmlns:a16="http://schemas.microsoft.com/office/drawing/2014/main" id="{A04A1CA5-CD04-8EB3-3EA1-F3E88273D0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67500" y="1980175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10.</a:t>
            </a:r>
          </a:p>
        </p:txBody>
      </p:sp>
      <p:sp>
        <p:nvSpPr>
          <p:cNvPr id="48" name="name 1">
            <a:extLst>
              <a:ext uri="{FF2B5EF4-FFF2-40B4-BE49-F238E27FC236}">
                <a16:creationId xmlns:a16="http://schemas.microsoft.com/office/drawing/2014/main" id="{C5927698-679A-01D1-1196-E5EACBBE328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2499" y="1980175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49" name="name 1">
            <a:extLst>
              <a:ext uri="{FF2B5EF4-FFF2-40B4-BE49-F238E27FC236}">
                <a16:creationId xmlns:a16="http://schemas.microsoft.com/office/drawing/2014/main" id="{EB4246E9-EF30-1760-FC99-D588BCEC5E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667500" y="24531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11.</a:t>
            </a:r>
          </a:p>
        </p:txBody>
      </p:sp>
      <p:sp>
        <p:nvSpPr>
          <p:cNvPr id="50" name="name 1">
            <a:extLst>
              <a:ext uri="{FF2B5EF4-FFF2-40B4-BE49-F238E27FC236}">
                <a16:creationId xmlns:a16="http://schemas.microsoft.com/office/drawing/2014/main" id="{85F9138B-8EB8-43F9-B91F-F6596D86FD0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02499" y="24531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1" name="name 1">
            <a:extLst>
              <a:ext uri="{FF2B5EF4-FFF2-40B4-BE49-F238E27FC236}">
                <a16:creationId xmlns:a16="http://schemas.microsoft.com/office/drawing/2014/main" id="{3E67A19C-B920-100E-996B-23970FAC8B7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667500" y="29230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12.</a:t>
            </a:r>
          </a:p>
        </p:txBody>
      </p:sp>
      <p:sp>
        <p:nvSpPr>
          <p:cNvPr id="52" name="name 1">
            <a:extLst>
              <a:ext uri="{FF2B5EF4-FFF2-40B4-BE49-F238E27FC236}">
                <a16:creationId xmlns:a16="http://schemas.microsoft.com/office/drawing/2014/main" id="{2315F9A5-0C55-8840-F77A-83E85F4B457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02499" y="29230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3" name="name 1">
            <a:extLst>
              <a:ext uri="{FF2B5EF4-FFF2-40B4-BE49-F238E27FC236}">
                <a16:creationId xmlns:a16="http://schemas.microsoft.com/office/drawing/2014/main" id="{B6BF6DDE-6689-EAB9-77B8-84A2C769125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67501" y="33929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13.</a:t>
            </a:r>
          </a:p>
        </p:txBody>
      </p:sp>
      <p:sp>
        <p:nvSpPr>
          <p:cNvPr id="54" name="name 1">
            <a:extLst>
              <a:ext uri="{FF2B5EF4-FFF2-40B4-BE49-F238E27FC236}">
                <a16:creationId xmlns:a16="http://schemas.microsoft.com/office/drawing/2014/main" id="{B569BE12-6BC0-DDF3-39B8-C6655FF7A5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02500" y="33929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5" name="name 1">
            <a:extLst>
              <a:ext uri="{FF2B5EF4-FFF2-40B4-BE49-F238E27FC236}">
                <a16:creationId xmlns:a16="http://schemas.microsoft.com/office/drawing/2014/main" id="{9C5AB5DF-71CD-DB21-BBAF-7EFA477F6AB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67501" y="38628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14.</a:t>
            </a:r>
          </a:p>
        </p:txBody>
      </p:sp>
      <p:sp>
        <p:nvSpPr>
          <p:cNvPr id="56" name="name 1">
            <a:extLst>
              <a:ext uri="{FF2B5EF4-FFF2-40B4-BE49-F238E27FC236}">
                <a16:creationId xmlns:a16="http://schemas.microsoft.com/office/drawing/2014/main" id="{1E5DBCF5-E2A1-EC00-85EC-D2205B8B75F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302500" y="38628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7" name="name 1">
            <a:extLst>
              <a:ext uri="{FF2B5EF4-FFF2-40B4-BE49-F238E27FC236}">
                <a16:creationId xmlns:a16="http://schemas.microsoft.com/office/drawing/2014/main" id="{8FA6FF75-320F-DF8F-F5C4-C707113F464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67501" y="43327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15.</a:t>
            </a:r>
          </a:p>
        </p:txBody>
      </p:sp>
      <p:sp>
        <p:nvSpPr>
          <p:cNvPr id="58" name="name 1">
            <a:extLst>
              <a:ext uri="{FF2B5EF4-FFF2-40B4-BE49-F238E27FC236}">
                <a16:creationId xmlns:a16="http://schemas.microsoft.com/office/drawing/2014/main" id="{5082DD99-5FAE-894B-2A77-E49DA4774AD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2500" y="43327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59" name="name 1">
            <a:extLst>
              <a:ext uri="{FF2B5EF4-FFF2-40B4-BE49-F238E27FC236}">
                <a16:creationId xmlns:a16="http://schemas.microsoft.com/office/drawing/2014/main" id="{33E344C0-8318-5297-F242-D3FF3262196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667500" y="4802684"/>
            <a:ext cx="444499" cy="307777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buNone/>
              <a:defRPr b="1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US" dirty="0"/>
              <a:t>16.</a:t>
            </a:r>
          </a:p>
        </p:txBody>
      </p:sp>
      <p:sp>
        <p:nvSpPr>
          <p:cNvPr id="60" name="name 1">
            <a:extLst>
              <a:ext uri="{FF2B5EF4-FFF2-40B4-BE49-F238E27FC236}">
                <a16:creationId xmlns:a16="http://schemas.microsoft.com/office/drawing/2014/main" id="{7D09E469-DA35-5D74-C1CC-6122AF4BD0A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02499" y="4802684"/>
            <a:ext cx="4318000" cy="30777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82764C7F-60A6-C1F6-8D56-345AD5831E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651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A91C19-718B-C0A3-B4FD-40245C0A7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37AE955C-304A-10DB-3B90-EA3D3815BA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031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content_left_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468599"/>
            <a:ext cx="5153439" cy="471242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A91C19-718B-C0A3-B4FD-40245C0A7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AC3448A7-7660-8806-18F9-5F8514565FA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467064" y="1468599"/>
            <a:ext cx="5153439" cy="471242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C1975F6-D5C8-0587-6ABD-AC2B8DFD53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8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E59CA-88B5-ACE6-159C-505D408D5C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ctr">
              <a:buNone/>
              <a:defRPr b="0" i="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8619473A-44FC-CFCD-27B9-277DB2530F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400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eyebrow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24FCDD-D724-AA1E-8FDE-A01E111214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3079"/>
            <a:ext cx="11049000" cy="4397939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11049000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EC367CEF-2597-C9E5-B001-CF5793F1F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98571"/>
            <a:ext cx="110490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17C3FDD0-41FA-B04E-BF0E-BFC3A3262B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777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eyebrow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3079"/>
            <a:ext cx="11049000" cy="4397939"/>
          </a:xfrm>
        </p:spPr>
        <p:txBody>
          <a:bodyPr/>
          <a:lstStyle>
            <a:lvl1pPr marL="0" indent="0" algn="ctr">
              <a:buNone/>
              <a:defRPr b="0" i="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8663A2-5018-36EA-8BDB-C92581E1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11049000" cy="5693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EC367CEF-2597-C9E5-B001-CF5793F1F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0352" y="398571"/>
            <a:ext cx="11090148" cy="258532"/>
          </a:xfrm>
          <a:noFill/>
        </p:spPr>
        <p:txBody>
          <a:bodyPr wrap="square" lIns="27432" tIns="0" bIns="0">
            <a:spAutoFit/>
          </a:bodyPr>
          <a:lstStyle>
            <a:lvl1pPr marL="0" indent="0" algn="ctr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23320-B1F7-EA30-2FB9-E56952F92CE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FF83E9B9-0F4D-1B06-F758-521D4D1E74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8468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316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>
            <a:extLst>
              <a:ext uri="{FF2B5EF4-FFF2-40B4-BE49-F238E27FC236}">
                <a16:creationId xmlns:a16="http://schemas.microsoft.com/office/drawing/2014/main" id="{5E237330-AADC-C06E-9787-A03BA802E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CC2D1-C2A7-6CFB-7227-3636510A49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99CFE95A-13B9-4253-91BE-ABDE63E980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933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EFF4B5-4B4E-D460-A0A9-500CD2D6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5997E-E95C-D99F-8F43-C7527B2995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66B8FBE3-6D64-6061-9825-4D2AE5EF1F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6394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eyebrow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0A0A85-5B2B-02A7-8D1B-901F05C5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11049000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EC367CEF-2597-C9E5-B001-CF5793F1F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98571"/>
            <a:ext cx="11096244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24FCDD-D724-AA1E-8FDE-A01E111214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5BEED3B-1D9D-DDC7-594B-08EE644093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204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eyebrow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EC367CEF-2597-C9E5-B001-CF5793F1F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0352" y="398571"/>
            <a:ext cx="11137392" cy="258532"/>
          </a:xfrm>
          <a:noFill/>
        </p:spPr>
        <p:txBody>
          <a:bodyPr lIns="27432" tIns="0" bIns="0">
            <a:spAutoFit/>
          </a:bodyPr>
          <a:lstStyle>
            <a:lvl1pPr marL="0" indent="0" algn="ctr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8663A2-5018-36EA-8BDB-C92581E1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11049000" cy="5693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23320-B1F7-EA30-2FB9-E56952F92CE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ECFD0C25-EFA1-A3D6-9F0B-A66CAB0DD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8468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9138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iddle aligned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F29D-7974-AC69-2BA4-4DFDDE0E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799964"/>
            <a:ext cx="5524500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950F2-DF96-3ABE-C949-56887FF70C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CFBE0BF-BEFD-E777-1AE8-EA3794CEA4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351129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9899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iddle aligned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287087-3216-8647-BC51-886221063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1828" y="2799964"/>
            <a:ext cx="5408672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99EC9-51EE-E5F7-D2F0-36D439474C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5D71FD68-E5FD-064E-14DD-C072BCF454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1828" y="351129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4756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eyebrow_middle aligned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ubcopy">
            <a:extLst>
              <a:ext uri="{FF2B5EF4-FFF2-40B4-BE49-F238E27FC236}">
                <a16:creationId xmlns:a16="http://schemas.microsoft.com/office/drawing/2014/main" id="{C9C90CE5-1345-83E5-C8CA-B5F147DD28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" y="3533274"/>
            <a:ext cx="5524500" cy="738664"/>
          </a:xfrm>
        </p:spPr>
        <p:txBody>
          <a:bodyPr wrap="square">
            <a:spAutoFit/>
          </a:bodyPr>
          <a:lstStyle>
            <a:lvl1pP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26" name="eyebrow">
            <a:extLst>
              <a:ext uri="{FF2B5EF4-FFF2-40B4-BE49-F238E27FC236}">
                <a16:creationId xmlns:a16="http://schemas.microsoft.com/office/drawing/2014/main" id="{C72C4DF7-B9A6-66FC-3D05-B134B1D23C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2148840"/>
            <a:ext cx="55245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407AB-2B35-185A-F7CE-B99F26DE75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532888"/>
            <a:ext cx="5524500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4C472-462E-32D5-362E-FABCDA24004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EC770130-C482-6ED6-77C3-9F99679D8A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" y="3246120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2650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middle aligned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copy">
            <a:extLst>
              <a:ext uri="{FF2B5EF4-FFF2-40B4-BE49-F238E27FC236}">
                <a16:creationId xmlns:a16="http://schemas.microsoft.com/office/drawing/2014/main" id="{12BFBEE6-A87C-AA15-0D8E-821F2AC831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2166" y="3529584"/>
            <a:ext cx="5408334" cy="738664"/>
          </a:xfrm>
        </p:spPr>
        <p:txBody>
          <a:bodyPr wrap="square">
            <a:spAutoFit/>
          </a:bodyPr>
          <a:lstStyle>
            <a:lvl1pP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FF7A4350-6FAD-EB0D-4290-EDB9A0CDC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2166" y="2532888"/>
            <a:ext cx="5408334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eyebrow">
            <a:extLst>
              <a:ext uri="{FF2B5EF4-FFF2-40B4-BE49-F238E27FC236}">
                <a16:creationId xmlns:a16="http://schemas.microsoft.com/office/drawing/2014/main" id="{C72C4DF7-B9A6-66FC-3D05-B134B1D23C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2166" y="2148840"/>
            <a:ext cx="5408334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027B0-9400-AE33-A0C7-7B38C8783A2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D2114918-CB43-23E2-6096-3BCB6E2C203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12166" y="3246120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203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eyebrow_middle aligned_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copy">
            <a:extLst>
              <a:ext uri="{FF2B5EF4-FFF2-40B4-BE49-F238E27FC236}">
                <a16:creationId xmlns:a16="http://schemas.microsoft.com/office/drawing/2014/main" id="{FF3EF05D-771E-0BDE-2C9E-FF8BA7150F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51100" y="3529584"/>
            <a:ext cx="7289800" cy="738664"/>
          </a:xfrm>
        </p:spPr>
        <p:txBody>
          <a:bodyPr wrap="square">
            <a:spAutoFit/>
          </a:bodyPr>
          <a:lstStyle>
            <a:lvl1pPr marL="0" indent="0" algn="ctr"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A6D4F3EA-49B6-107F-387B-83E059E53E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1100" y="2148840"/>
            <a:ext cx="7289800" cy="258532"/>
          </a:xfrm>
          <a:noFill/>
        </p:spPr>
        <p:txBody>
          <a:bodyPr wrap="square" lIns="27432" tIns="0" bIns="0">
            <a:spAutoFit/>
          </a:bodyPr>
          <a:lstStyle>
            <a:lvl1pPr marL="0" indent="0" algn="ctr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887DD-4D22-27A1-A4D4-F82DA8AF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532888"/>
            <a:ext cx="9144000" cy="5693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FB966-A2B4-3647-2F81-A7FA5AF3865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4A11BCDA-9063-F6FC-18EC-D52E4C10EE3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68468" y="3246120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41465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>
            <a:extLst>
              <a:ext uri="{FF2B5EF4-FFF2-40B4-BE49-F238E27FC236}">
                <a16:creationId xmlns:a16="http://schemas.microsoft.com/office/drawing/2014/main" id="{1BDC700E-5B6A-6088-DA39-4A83EF5FB5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087AC4-D13F-1E7B-8850-F9464F211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049097"/>
            <a:ext cx="11049000" cy="996427"/>
          </a:xfrm>
        </p:spPr>
        <p:txBody>
          <a:bodyPr/>
          <a:lstStyle>
            <a:lvl1pPr algn="ctr"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heading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7B13DA42-A185-5F72-30C7-7F14DAEF13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3000" y="3282045"/>
            <a:ext cx="228600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9858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image">
            <a:extLst>
              <a:ext uri="{FF2B5EF4-FFF2-40B4-BE49-F238E27FC236}">
                <a16:creationId xmlns:a16="http://schemas.microsoft.com/office/drawing/2014/main" id="{53E76760-EF16-D967-9BE3-7C3A868457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1" name="subcopy">
            <a:extLst>
              <a:ext uri="{FF2B5EF4-FFF2-40B4-BE49-F238E27FC236}">
                <a16:creationId xmlns:a16="http://schemas.microsoft.com/office/drawing/2014/main" id="{0B3545C7-9EF8-ED7D-6C07-C76BB3437E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51100" y="3501813"/>
            <a:ext cx="7289800" cy="738664"/>
          </a:xfr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B2DEF-4726-65DE-64A2-EB96D4176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855486"/>
            <a:ext cx="11049000" cy="996427"/>
          </a:xfrm>
        </p:spPr>
        <p:txBody>
          <a:bodyPr/>
          <a:lstStyle>
            <a:lvl1pPr algn="ctr"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heading</a:t>
            </a:r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69F46EB-4D76-BD4D-23DE-1092ABA076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1100" y="1400139"/>
            <a:ext cx="7289800" cy="258532"/>
          </a:xfrm>
          <a:noFill/>
        </p:spPr>
        <p:txBody>
          <a:bodyPr lIns="27432" tIns="0" bIns="0">
            <a:spAutoFit/>
          </a:bodyPr>
          <a:lstStyle>
            <a:lvl1pPr marL="0" indent="0" algn="ctr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7DC8B3A2-AB0C-7A80-A197-A19B1B0332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3000" y="3058810"/>
            <a:ext cx="228600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73253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+phot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7B7568F9-ED9E-2C5C-BF10-52A8695990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ln w="76200">
            <a:noFill/>
          </a:ln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r>
              <a:rPr lang="en-US"/>
              <a:t>Insert picture, then right click the image &gt; send to back </a:t>
            </a:r>
          </a:p>
        </p:txBody>
      </p:sp>
      <p:sp>
        <p:nvSpPr>
          <p:cNvPr id="6" name="dark overlay">
            <a:extLst>
              <a:ext uri="{FF2B5EF4-FFF2-40B4-BE49-F238E27FC236}">
                <a16:creationId xmlns:a16="http://schemas.microsoft.com/office/drawing/2014/main" id="{9BF7E4F5-7DB5-7E82-588B-23DCED3BF9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0"/>
            <a:ext cx="12191999" cy="6858000"/>
          </a:xfrm>
          <a:solidFill>
            <a:schemeClr val="tx1">
              <a:alpha val="70000"/>
            </a:schemeClr>
          </a:solidFill>
          <a:ln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1" name="subcopy">
            <a:extLst>
              <a:ext uri="{FF2B5EF4-FFF2-40B4-BE49-F238E27FC236}">
                <a16:creationId xmlns:a16="http://schemas.microsoft.com/office/drawing/2014/main" id="{0C60EFD0-F9C3-B44C-E6DC-D954EC04A2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51100" y="4070620"/>
            <a:ext cx="7289800" cy="738664"/>
          </a:xfr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78B8523-D6CA-2BE6-CE12-7A132BEEF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424293"/>
            <a:ext cx="11049000" cy="996427"/>
          </a:xfrm>
        </p:spPr>
        <p:txBody>
          <a:bodyPr/>
          <a:lstStyle>
            <a:lvl1pPr algn="ctr"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heading</a:t>
            </a:r>
          </a:p>
        </p:txBody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E1000F76-DB4D-F0CE-6420-1944EB67BE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1100" y="1968946"/>
            <a:ext cx="7289800" cy="258532"/>
          </a:xfrm>
          <a:noFill/>
        </p:spPr>
        <p:txBody>
          <a:bodyPr lIns="27432" tIns="0" bIns="0">
            <a:spAutoFit/>
          </a:bodyPr>
          <a:lstStyle>
            <a:lvl1pPr marL="0" indent="0" algn="ctr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90BDFE00-6405-8692-F99F-5C461AA359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999" y="3657600"/>
            <a:ext cx="228600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649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+photo background_skew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7B7568F9-ED9E-2C5C-BF10-52A8695990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ln w="76200">
            <a:noFill/>
          </a:ln>
        </p:spPr>
        <p:txBody>
          <a:bodyPr/>
          <a:lstStyle>
            <a:lvl1pPr marL="0" indent="0" algn="ctr">
              <a:buNone/>
              <a:defRPr sz="1400" b="0" i="0">
                <a:solidFill>
                  <a:schemeClr val="bg1">
                    <a:alpha val="29804"/>
                  </a:schemeClr>
                </a:solidFill>
              </a:defRPr>
            </a:lvl1pPr>
          </a:lstStyle>
          <a:p>
            <a:r>
              <a:rPr lang="en-US" dirty="0"/>
              <a:t>Insert picture, then right click the image &gt; send to back </a:t>
            </a:r>
          </a:p>
        </p:txBody>
      </p:sp>
      <p:sp>
        <p:nvSpPr>
          <p:cNvPr id="5" name="dark overlay">
            <a:extLst>
              <a:ext uri="{FF2B5EF4-FFF2-40B4-BE49-F238E27FC236}">
                <a16:creationId xmlns:a16="http://schemas.microsoft.com/office/drawing/2014/main" id="{FF8266B5-5651-B1CE-6DB0-45A8E5BBCA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0"/>
            <a:ext cx="12191999" cy="6858000"/>
          </a:xfrm>
          <a:solidFill>
            <a:schemeClr val="tx1">
              <a:alpha val="70000"/>
            </a:schemeClr>
          </a:solidFill>
          <a:ln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72811803-08D3-B0E1-AEDE-5697308D836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23965" y="5262662"/>
            <a:ext cx="4796535" cy="1107996"/>
          </a:xfrm>
        </p:spPr>
        <p:txBody>
          <a:bodyPr wrap="square" anchor="b">
            <a:sp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sed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5E5333-FEAB-70A2-AF36-17CE6F97C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896542"/>
            <a:ext cx="7289800" cy="1516569"/>
          </a:xfrm>
        </p:spPr>
        <p:txBody>
          <a:bodyPr wrap="square" anchor="t">
            <a:spAutoFit/>
          </a:bodyPr>
          <a:lstStyle>
            <a:lvl1pPr>
              <a:defRPr sz="54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eyebrow">
            <a:extLst>
              <a:ext uri="{FF2B5EF4-FFF2-40B4-BE49-F238E27FC236}">
                <a16:creationId xmlns:a16="http://schemas.microsoft.com/office/drawing/2014/main" id="{CFE0FEFE-0457-2806-2B6F-6651F58D9B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441076"/>
            <a:ext cx="72898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</p:spTree>
    <p:extLst>
      <p:ext uri="{BB962C8B-B14F-4D97-AF65-F5344CB8AC3E}">
        <p14:creationId xmlns:p14="http://schemas.microsoft.com/office/powerpoint/2010/main" val="492100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22AF5DE3-336B-F4B9-2F01-8464E42031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ln w="76200">
            <a:noFill/>
          </a:ln>
        </p:spPr>
        <p:txBody>
          <a:bodyPr vert="horz" lIns="27432" tIns="0" rIns="27432" bIns="0" rtlCol="0">
            <a:noAutofit/>
          </a:bodyPr>
          <a:lstStyle>
            <a:lvl1pPr marL="0" indent="0">
              <a:buNone/>
              <a:defRPr lang="en-US" sz="1400" b="0" i="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pPr lvl="0" algn="ctr"/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13442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F2684A36-1654-CB6F-FBB3-8A753A2C30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270" y="0"/>
            <a:ext cx="12190731" cy="6857999"/>
          </a:xfrm>
          <a:prstGeom prst="rect">
            <a:avLst/>
          </a:prstGeom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F3F2AE9E-3F37-9133-2E6A-6C6365D5F9D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ubcopy">
            <a:extLst>
              <a:ext uri="{FF2B5EF4-FFF2-40B4-BE49-F238E27FC236}">
                <a16:creationId xmlns:a16="http://schemas.microsoft.com/office/drawing/2014/main" id="{96E7E1F2-9A8A-77E0-1E40-9DA8F5E7CA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" y="3692953"/>
            <a:ext cx="5118100" cy="738664"/>
          </a:xfrm>
        </p:spPr>
        <p:txBody>
          <a:bodyPr wrap="square">
            <a:spAutoFit/>
          </a:bodyPr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19" name="eyebrow">
            <a:extLst>
              <a:ext uri="{FF2B5EF4-FFF2-40B4-BE49-F238E27FC236}">
                <a16:creationId xmlns:a16="http://schemas.microsoft.com/office/drawing/2014/main" id="{A7B8DB46-B660-CE14-82BE-F6456909A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2295699"/>
            <a:ext cx="51181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4F7D38-08DE-082B-4798-6A0AE0384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700168"/>
            <a:ext cx="5118100" cy="5693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image 1">
            <a:extLst>
              <a:ext uri="{FF2B5EF4-FFF2-40B4-BE49-F238E27FC236}">
                <a16:creationId xmlns:a16="http://schemas.microsoft.com/office/drawing/2014/main" id="{E8023810-C8D9-06F3-F514-EAC505D74F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21360"/>
            <a:ext cx="6096000" cy="3415280"/>
          </a:xfrm>
          <a:prstGeom prst="rect">
            <a:avLst/>
          </a:prstGeom>
          <a:noFill/>
          <a:ln w="15875">
            <a:noFill/>
            <a:miter lim="800000"/>
          </a:ln>
          <a:effectLst>
            <a:outerShdw blurRad="1270000" dist="10160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B16A7679-0BD8-D041-7C1C-6B4D70E6B260}"/>
              </a:ext>
            </a:extLst>
          </p:cNvPr>
          <p:cNvSpPr txBox="1">
            <a:spLocks/>
          </p:cNvSpPr>
          <p:nvPr userDrawn="1"/>
        </p:nvSpPr>
        <p:spPr>
          <a:xfrm>
            <a:off x="11605766" y="6415772"/>
            <a:ext cx="372154" cy="212366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vert="horz" wrap="square" lIns="0" tIns="0" rIns="0" bIns="27432" rtlCol="0" anchor="ctr">
            <a:spAutoFit/>
          </a:bodyPr>
          <a:lstStyle>
            <a:defPPr>
              <a:defRPr lang="en-US"/>
            </a:defPPr>
            <a:lvl1pPr marL="0" algn="l" defTabSz="913569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6783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569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354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138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922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707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492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275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logo lockup">
            <a:extLst>
              <a:ext uri="{FF2B5EF4-FFF2-40B4-BE49-F238E27FC236}">
                <a16:creationId xmlns:a16="http://schemas.microsoft.com/office/drawing/2014/main" id="{FDED8530-E59E-8E71-C11E-01F9E98F8A87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</p:grpSpPr>
        <p:cxnSp>
          <p:nvCxnSpPr>
            <p:cNvPr id="7" name="line">
              <a:extLst>
                <a:ext uri="{FF2B5EF4-FFF2-40B4-BE49-F238E27FC236}">
                  <a16:creationId xmlns:a16="http://schemas.microsoft.com/office/drawing/2014/main" id="{8900FA3A-5F8D-65A1-E09E-ECA886F4DF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ln w="12700">
              <a:solidFill>
                <a:schemeClr val="bg1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449CC19E-5980-95C9-9AA4-D0557AF457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9" name="divider">
            <a:extLst>
              <a:ext uri="{FF2B5EF4-FFF2-40B4-BE49-F238E27FC236}">
                <a16:creationId xmlns:a16="http://schemas.microsoft.com/office/drawing/2014/main" id="{909EAC76-8896-2A60-492E-AF7FC972AB8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" y="3410712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73430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">
            <a:extLst>
              <a:ext uri="{FF2B5EF4-FFF2-40B4-BE49-F238E27FC236}">
                <a16:creationId xmlns:a16="http://schemas.microsoft.com/office/drawing/2014/main" id="{76584151-16EE-D6B1-F662-410C5C5695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0731" cy="6857999"/>
          </a:xfrm>
          <a:prstGeom prst="rect">
            <a:avLst/>
          </a:prstGeom>
        </p:spPr>
      </p:pic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721360"/>
            <a:ext cx="6096000" cy="3415280"/>
          </a:xfrm>
          <a:prstGeom prst="rect">
            <a:avLst/>
          </a:prstGeom>
          <a:noFill/>
          <a:ln w="15875">
            <a:noFill/>
            <a:miter lim="800000"/>
          </a:ln>
          <a:effectLst>
            <a:outerShdw blurRad="1270000" dist="10160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subcopy">
            <a:extLst>
              <a:ext uri="{FF2B5EF4-FFF2-40B4-BE49-F238E27FC236}">
                <a16:creationId xmlns:a16="http://schemas.microsoft.com/office/drawing/2014/main" id="{9B229D23-2E12-E020-E150-C2C62EE4DD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67500" y="3692953"/>
            <a:ext cx="4953000" cy="738664"/>
          </a:xfrm>
        </p:spPr>
        <p:txBody>
          <a:bodyPr wrap="square">
            <a:spAutoFit/>
          </a:bodyPr>
          <a:lstStyle>
            <a:lvl1pPr>
              <a:buClr>
                <a:schemeClr val="bg1"/>
              </a:buCl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349BFD03-6E36-4280-A77E-6330135B8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0" y="2295699"/>
            <a:ext cx="49530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A5F9C6-D26E-87B0-B82F-C9CD6BF54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00" y="2700168"/>
            <a:ext cx="4953000" cy="5693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655A96-54FA-80FD-7D6E-4AD7A9B8B4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logo lockup">
            <a:extLst>
              <a:ext uri="{FF2B5EF4-FFF2-40B4-BE49-F238E27FC236}">
                <a16:creationId xmlns:a16="http://schemas.microsoft.com/office/drawing/2014/main" id="{DABDF232-1B11-2C6B-6A67-67C41ECCEBED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</p:grpSpPr>
        <p:cxnSp>
          <p:nvCxnSpPr>
            <p:cNvPr id="7" name="line">
              <a:extLst>
                <a:ext uri="{FF2B5EF4-FFF2-40B4-BE49-F238E27FC236}">
                  <a16:creationId xmlns:a16="http://schemas.microsoft.com/office/drawing/2014/main" id="{5A63FBEA-921C-E2D3-42E1-87F4E3522D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ln w="12700">
              <a:solidFill>
                <a:schemeClr val="bg1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logo">
              <a:extLst>
                <a:ext uri="{FF2B5EF4-FFF2-40B4-BE49-F238E27FC236}">
                  <a16:creationId xmlns:a16="http://schemas.microsoft.com/office/drawing/2014/main" id="{D2060041-206E-30B8-79F3-982CBA7D02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4" name="divider">
            <a:extLst>
              <a:ext uri="{FF2B5EF4-FFF2-40B4-BE49-F238E27FC236}">
                <a16:creationId xmlns:a16="http://schemas.microsoft.com/office/drawing/2014/main" id="{820594ED-5374-E359-46A7-7A0FCC3249C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7500" y="3410712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58591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_lef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rd 1">
            <a:extLst>
              <a:ext uri="{FF2B5EF4-FFF2-40B4-BE49-F238E27FC236}">
                <a16:creationId xmlns:a16="http://schemas.microsoft.com/office/drawing/2014/main" id="{956CAF3D-4CDA-F64F-C864-C7658B4F1C2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766050" y="1533198"/>
            <a:ext cx="5330952" cy="3557016"/>
          </a:xfrm>
          <a:prstGeom prst="roundRect">
            <a:avLst>
              <a:gd name="adj" fmla="val 2756"/>
            </a:avLst>
          </a:prstGeom>
          <a:gradFill>
            <a:gsLst>
              <a:gs pos="95000">
                <a:schemeClr val="accent3"/>
              </a:gs>
              <a:gs pos="6000">
                <a:schemeClr val="accent6"/>
              </a:gs>
            </a:gsLst>
            <a:lin ang="6000000" scaled="0"/>
          </a:gradFill>
          <a:ln w="12700">
            <a:solidFill>
              <a:schemeClr val="bg1">
                <a:alpha val="0"/>
              </a:schemeClr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None/>
              <a:defRPr lang="en-US" sz="1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algn="ct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/>
              <a:t>.</a:t>
            </a:r>
          </a:p>
        </p:txBody>
      </p:sp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500" y="1338647"/>
            <a:ext cx="5329950" cy="3557016"/>
          </a:xfrm>
          <a:prstGeom prst="roundRect">
            <a:avLst>
              <a:gd name="adj" fmla="val 275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3" name="subcopy">
            <a:extLst>
              <a:ext uri="{FF2B5EF4-FFF2-40B4-BE49-F238E27FC236}">
                <a16:creationId xmlns:a16="http://schemas.microsoft.com/office/drawing/2014/main" id="{9B229D23-2E12-E020-E150-C2C62EE4DD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67500" y="3540553"/>
            <a:ext cx="4953000" cy="738664"/>
          </a:xfrm>
        </p:spPr>
        <p:txBody>
          <a:bodyPr wrap="square">
            <a:spAutoFit/>
          </a:bodyPr>
          <a:lstStyle>
            <a:lvl1pP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349BFD03-6E36-4280-A77E-6330135B8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0" y="2143299"/>
            <a:ext cx="49530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A5F9C6-D26E-87B0-B82F-C9CD6BF54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00" y="2547768"/>
            <a:ext cx="4953000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655A96-54FA-80FD-7D6E-4AD7A9B8B4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4FAC146-AC8E-3922-F5F6-DEC140163E4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667500" y="3255264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3825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+image_lef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rd 1">
            <a:extLst>
              <a:ext uri="{FF2B5EF4-FFF2-40B4-BE49-F238E27FC236}">
                <a16:creationId xmlns:a16="http://schemas.microsoft.com/office/drawing/2014/main" id="{956CAF3D-4CDA-F64F-C864-C7658B4F1C2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290550" y="1533198"/>
            <a:ext cx="5330952" cy="3557016"/>
          </a:xfrm>
          <a:prstGeom prst="roundRect">
            <a:avLst>
              <a:gd name="adj" fmla="val 2756"/>
            </a:avLst>
          </a:prstGeom>
          <a:gradFill>
            <a:gsLst>
              <a:gs pos="95000">
                <a:schemeClr val="accent3"/>
              </a:gs>
              <a:gs pos="6000">
                <a:schemeClr val="accent6"/>
              </a:gs>
            </a:gsLst>
            <a:lin ang="6000000" scaled="0"/>
          </a:gradFill>
          <a:ln w="12700">
            <a:solidFill>
              <a:schemeClr val="bg1">
                <a:alpha val="0"/>
              </a:schemeClr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None/>
              <a:defRPr lang="en-US" sz="1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algn="ct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/>
              <a:t>.</a:t>
            </a:r>
          </a:p>
        </p:txBody>
      </p:sp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338647"/>
            <a:ext cx="5329950" cy="3557016"/>
          </a:xfrm>
          <a:prstGeom prst="roundRect">
            <a:avLst>
              <a:gd name="adj" fmla="val 275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3" name="subcopy">
            <a:extLst>
              <a:ext uri="{FF2B5EF4-FFF2-40B4-BE49-F238E27FC236}">
                <a16:creationId xmlns:a16="http://schemas.microsoft.com/office/drawing/2014/main" id="{9B229D23-2E12-E020-E150-C2C62EE4DD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" y="3540553"/>
            <a:ext cx="4953000" cy="738664"/>
          </a:xfrm>
        </p:spPr>
        <p:txBody>
          <a:bodyPr wrap="square">
            <a:spAutoFit/>
          </a:bodyPr>
          <a:lstStyle>
            <a:lvl1pP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349BFD03-6E36-4280-A77E-6330135B8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2143299"/>
            <a:ext cx="495300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A5F9C6-D26E-87B0-B82F-C9CD6BF54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547768"/>
            <a:ext cx="4953000" cy="56938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6A807-2F35-E1C3-087C-84EA33FB8D83}"/>
              </a:ext>
            </a:extLst>
          </p:cNvPr>
          <p:cNvSpPr>
            <a:spLocks noGrp="1"/>
          </p:cNvSpPr>
          <p:nvPr>
            <p:ph type="sldNum" sz="quarter" idx="1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23FAD650-FD56-CCC2-8301-6F6C06FF893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570498" y="3255264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37198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+icons+side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10729" y="0"/>
            <a:ext cx="4081271" cy="685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4" name="icon box 4">
            <a:extLst>
              <a:ext uri="{FF2B5EF4-FFF2-40B4-BE49-F238E27FC236}">
                <a16:creationId xmlns:a16="http://schemas.microsoft.com/office/drawing/2014/main" id="{4B93468A-2E51-C5DE-776C-80CA0B8EE1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0669" y="5235838"/>
            <a:ext cx="692031" cy="692031"/>
          </a:xfrm>
          <a:prstGeom prst="roundRect">
            <a:avLst>
              <a:gd name="adj" fmla="val 12700"/>
            </a:avLst>
          </a:prstGeom>
          <a:solidFill>
            <a:schemeClr val="accent6"/>
          </a:solidFill>
          <a:ln w="12700">
            <a:solidFill>
              <a:schemeClr val="bg1">
                <a:alpha val="0"/>
              </a:schemeClr>
            </a:solidFill>
            <a:miter lim="800000"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4" name="icon 4">
            <a:extLst>
              <a:ext uri="{FF2B5EF4-FFF2-40B4-BE49-F238E27FC236}">
                <a16:creationId xmlns:a16="http://schemas.microsoft.com/office/drawing/2014/main" id="{E0F395C5-C733-EE91-BEB8-424C8E21158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1185" y="5327167"/>
            <a:ext cx="510999" cy="50937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icon box 3">
            <a:extLst>
              <a:ext uri="{FF2B5EF4-FFF2-40B4-BE49-F238E27FC236}">
                <a16:creationId xmlns:a16="http://schemas.microsoft.com/office/drawing/2014/main" id="{FA46EDB3-E08F-6F70-A494-EAD4AB88EA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0669" y="4321823"/>
            <a:ext cx="692031" cy="692031"/>
          </a:xfrm>
          <a:prstGeom prst="roundRect">
            <a:avLst>
              <a:gd name="adj" fmla="val 12700"/>
            </a:avLst>
          </a:prstGeom>
          <a:solidFill>
            <a:schemeClr val="accent4"/>
          </a:solidFill>
          <a:ln w="12700">
            <a:solidFill>
              <a:schemeClr val="bg1">
                <a:alpha val="0"/>
              </a:schemeClr>
            </a:solidFill>
            <a:miter lim="800000"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3" name="icon 3">
            <a:extLst>
              <a:ext uri="{FF2B5EF4-FFF2-40B4-BE49-F238E27FC236}">
                <a16:creationId xmlns:a16="http://schemas.microsoft.com/office/drawing/2014/main" id="{24D9F2D0-44DA-0689-63B2-2DF0F4E7D8B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1185" y="4413152"/>
            <a:ext cx="510999" cy="50937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icon box 2">
            <a:extLst>
              <a:ext uri="{FF2B5EF4-FFF2-40B4-BE49-F238E27FC236}">
                <a16:creationId xmlns:a16="http://schemas.microsoft.com/office/drawing/2014/main" id="{F311E8C7-AC60-767B-BC46-46C1E60E6B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669" y="3407807"/>
            <a:ext cx="692031" cy="692031"/>
          </a:xfrm>
          <a:prstGeom prst="roundRect">
            <a:avLst>
              <a:gd name="adj" fmla="val 12700"/>
            </a:avLst>
          </a:prstGeom>
          <a:solidFill>
            <a:schemeClr val="accent3"/>
          </a:solidFill>
          <a:ln w="12700">
            <a:solidFill>
              <a:schemeClr val="bg1">
                <a:alpha val="0"/>
              </a:schemeClr>
            </a:solidFill>
            <a:miter lim="800000"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2" name="icon2">
            <a:extLst>
              <a:ext uri="{FF2B5EF4-FFF2-40B4-BE49-F238E27FC236}">
                <a16:creationId xmlns:a16="http://schemas.microsoft.com/office/drawing/2014/main" id="{EB3C4497-EDB2-4E5A-E476-09E3D2F2827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1185" y="3499136"/>
            <a:ext cx="510999" cy="50937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icon box 1">
            <a:extLst>
              <a:ext uri="{FF2B5EF4-FFF2-40B4-BE49-F238E27FC236}">
                <a16:creationId xmlns:a16="http://schemas.microsoft.com/office/drawing/2014/main" id="{41951E8F-F194-5998-4916-AB275B29A6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0669" y="2493791"/>
            <a:ext cx="692031" cy="692031"/>
          </a:xfrm>
          <a:prstGeom prst="roundRect">
            <a:avLst>
              <a:gd name="adj" fmla="val 12700"/>
            </a:avLst>
          </a:prstGeom>
          <a:solidFill>
            <a:schemeClr val="accent1"/>
          </a:solidFill>
          <a:ln w="12700">
            <a:solidFill>
              <a:schemeClr val="bg1">
                <a:alpha val="0"/>
              </a:schemeClr>
            </a:solidFill>
            <a:miter lim="800000"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1" name="icon 1">
            <a:extLst>
              <a:ext uri="{FF2B5EF4-FFF2-40B4-BE49-F238E27FC236}">
                <a16:creationId xmlns:a16="http://schemas.microsoft.com/office/drawing/2014/main" id="{CF1AE2E1-2131-B597-99B4-6BA1ACDE5F2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1185" y="2585120"/>
            <a:ext cx="510999" cy="50937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subcopy">
            <a:extLst>
              <a:ext uri="{FF2B5EF4-FFF2-40B4-BE49-F238E27FC236}">
                <a16:creationId xmlns:a16="http://schemas.microsoft.com/office/drawing/2014/main" id="{2B57A233-0D50-3C50-EC99-59697CACCC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500" y="1472184"/>
            <a:ext cx="6946899" cy="738664"/>
          </a:xfrm>
        </p:spPr>
        <p:txBody>
          <a:bodyPr wrap="square">
            <a:spAutoFit/>
          </a:bodyPr>
          <a:lstStyle>
            <a:lvl1pPr marL="0" indent="0"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0F445A6-B490-CFEA-412F-82A6B1749F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11300" y="5283310"/>
            <a:ext cx="3759200" cy="597087"/>
          </a:xfrm>
          <a:noFill/>
        </p:spPr>
        <p:txBody>
          <a:bodyPr wrap="square" lIns="0" tIns="0" rIns="0" bIns="54864" rtlCol="0" anchor="ctr">
            <a:spAutoFit/>
          </a:bodyPr>
          <a:lstStyle>
            <a:lvl1pPr marL="0" indent="0">
              <a:lnSpc>
                <a:spcPct val="110000"/>
              </a:lnSpc>
              <a:buNone/>
              <a:defRPr lang="en-US" sz="16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endParaRPr lang="en-US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B2E780C-159E-51DB-5D53-13AC0419FDB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11300" y="4369295"/>
            <a:ext cx="3759200" cy="597087"/>
          </a:xfrm>
          <a:noFill/>
        </p:spPr>
        <p:txBody>
          <a:bodyPr wrap="square" lIns="0" tIns="0" rIns="0" bIns="54864" rtlCol="0" anchor="ctr">
            <a:spAutoFit/>
          </a:bodyPr>
          <a:lstStyle>
            <a:lvl1pPr marL="0" indent="0">
              <a:lnSpc>
                <a:spcPct val="110000"/>
              </a:lnSpc>
              <a:buNone/>
              <a:defRPr lang="en-US" sz="16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E40FCBF6-D2B0-1A1E-08A7-73EAD47260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11300" y="3455279"/>
            <a:ext cx="3759200" cy="597087"/>
          </a:xfrm>
          <a:noFill/>
        </p:spPr>
        <p:txBody>
          <a:bodyPr wrap="square" lIns="0" tIns="0" rIns="0" bIns="54864" rtlCol="0" anchor="ctr">
            <a:spAutoFit/>
          </a:bodyPr>
          <a:lstStyle>
            <a:lvl1pPr marL="0" indent="0">
              <a:lnSpc>
                <a:spcPct val="110000"/>
              </a:lnSpc>
              <a:buNone/>
              <a:defRPr lang="en-US" sz="16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endParaRPr lang="en-US" dirty="0"/>
          </a:p>
        </p:txBody>
      </p:sp>
      <p:sp>
        <p:nvSpPr>
          <p:cNvPr id="6" name="text box 1">
            <a:extLst>
              <a:ext uri="{FF2B5EF4-FFF2-40B4-BE49-F238E27FC236}">
                <a16:creationId xmlns:a16="http://schemas.microsoft.com/office/drawing/2014/main" id="{E08326E7-BCE5-C182-8404-10C5D4EA55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11300" y="2541263"/>
            <a:ext cx="3759200" cy="597087"/>
          </a:xfrm>
          <a:noFill/>
        </p:spPr>
        <p:txBody>
          <a:bodyPr wrap="square" lIns="0" tIns="0" rIns="0" bIns="54864" rtlCol="0" anchor="ctr">
            <a:spAutoFit/>
          </a:bodyPr>
          <a:lstStyle>
            <a:lvl1pPr marL="0" indent="0">
              <a:lnSpc>
                <a:spcPct val="110000"/>
              </a:lnSpc>
              <a:buNone/>
              <a:defRPr lang="en-US" sz="16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173877-F2F9-9326-F87A-84C2D9A3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73278"/>
            <a:ext cx="6926071" cy="5693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A45F539-4D6D-C2FA-58E1-154DF4CB9E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0669" y="1170953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.e</a:t>
            </a:r>
          </a:p>
        </p:txBody>
      </p:sp>
    </p:spTree>
    <p:extLst>
      <p:ext uri="{BB962C8B-B14F-4D97-AF65-F5344CB8AC3E}">
        <p14:creationId xmlns:p14="http://schemas.microsoft.com/office/powerpoint/2010/main" val="1068046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2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+side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10729" y="0"/>
            <a:ext cx="4081271" cy="685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content placeholder">
            <a:extLst>
              <a:ext uri="{FF2B5EF4-FFF2-40B4-BE49-F238E27FC236}">
                <a16:creationId xmlns:a16="http://schemas.microsoft.com/office/drawing/2014/main" id="{6675BE0E-7104-EF51-2F08-21D3753AE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3079"/>
            <a:ext cx="6934200" cy="4397939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FF217633-A496-E479-3B4C-BC0701DC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86384"/>
            <a:ext cx="6934200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eyebrow">
            <a:extLst>
              <a:ext uri="{FF2B5EF4-FFF2-40B4-BE49-F238E27FC236}">
                <a16:creationId xmlns:a16="http://schemas.microsoft.com/office/drawing/2014/main" id="{8024733D-B686-D3A6-7701-2319602E67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98571"/>
            <a:ext cx="6963850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825CA87-143B-D6B1-C5C5-93B91E0E18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9029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28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+image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1">
            <a:extLst>
              <a:ext uri="{FF2B5EF4-FFF2-40B4-BE49-F238E27FC236}">
                <a16:creationId xmlns:a16="http://schemas.microsoft.com/office/drawing/2014/main" id="{9A90DB1A-B4AB-6B07-628E-7DCF8CDE4F8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3537" y="0"/>
            <a:ext cx="5998463" cy="6858000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A34FEC1C-732D-A3E3-4772-D9BDF9E70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3079"/>
            <a:ext cx="5067300" cy="4397939"/>
          </a:xfrm>
        </p:spPr>
        <p:txBody>
          <a:bodyPr/>
          <a:lstStyle>
            <a:lvl1pPr>
              <a:buClr>
                <a:schemeClr val="tx1"/>
              </a:buClr>
              <a:defRPr b="0" i="0"/>
            </a:lvl1pPr>
            <a:lvl2pPr>
              <a:buClr>
                <a:schemeClr val="tx1"/>
              </a:buClr>
              <a:defRPr b="0" i="0"/>
            </a:lvl2pPr>
            <a:lvl3pPr>
              <a:buClr>
                <a:schemeClr val="tx1"/>
              </a:buClr>
              <a:defRPr b="0" i="0"/>
            </a:lvl3pPr>
            <a:lvl4pPr>
              <a:buClr>
                <a:schemeClr val="tx1"/>
              </a:buClr>
              <a:defRPr b="0" i="0"/>
            </a:lvl4pPr>
            <a:lvl5pPr>
              <a:buClr>
                <a:schemeClr val="tx1"/>
              </a:buCl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79D83DC0-5C2E-6898-E428-30816609A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786384"/>
            <a:ext cx="5067300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8CB0F715-4145-55A7-601B-4ABDCBBA9D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98571"/>
            <a:ext cx="5088967" cy="258532"/>
          </a:xfrm>
          <a:noFill/>
        </p:spPr>
        <p:txBody>
          <a:bodyPr wrap="square" lIns="27432" tIns="0" bIns="0">
            <a:spAutoFit/>
          </a:bodyPr>
          <a:lstStyle>
            <a:lvl1pPr marL="0" indent="0">
              <a:buNone/>
              <a:defRPr lang="en-US" sz="1400" b="0" i="0" cap="all" spc="400"/>
            </a:lvl1pPr>
          </a:lstStyle>
          <a:p>
            <a:pPr lvl="0"/>
            <a:r>
              <a:rPr lang="en-US" dirty="0"/>
              <a:t>Eyebrow Heading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AE5AD9C-CAEA-96B4-9844-5A68AFF66E4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3499B22A-51F1-2990-9225-2C41204893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" y="149961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7537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 1">
            <a:extLst>
              <a:ext uri="{FF2B5EF4-FFF2-40B4-BE49-F238E27FC236}">
                <a16:creationId xmlns:a16="http://schemas.microsoft.com/office/drawing/2014/main" id="{3E1B0C3A-C8E4-F2F5-F716-CB03B55DB2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3537" y="0"/>
            <a:ext cx="5998463" cy="6858000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16" name="subcopy">
            <a:extLst>
              <a:ext uri="{FF2B5EF4-FFF2-40B4-BE49-F238E27FC236}">
                <a16:creationId xmlns:a16="http://schemas.microsoft.com/office/drawing/2014/main" id="{EE5296A7-832C-7924-AAF0-84F978BF09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499" y="3621643"/>
            <a:ext cx="4948428" cy="738664"/>
          </a:xfrm>
        </p:spPr>
        <p:txBody>
          <a:bodyPr wrap="square">
            <a:spAutoFit/>
          </a:bodyPr>
          <a:lstStyle>
            <a:lvl1pPr>
              <a:buClr>
                <a:schemeClr val="tx1"/>
              </a:buClr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6B94E33-1AC1-C20F-8757-3E26584532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605790"/>
            <a:ext cx="4948428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ustomer logo">
            <a:extLst>
              <a:ext uri="{FF2B5EF4-FFF2-40B4-BE49-F238E27FC236}">
                <a16:creationId xmlns:a16="http://schemas.microsoft.com/office/drawing/2014/main" id="{BB0BD1D6-C27E-3D82-5835-96F1515186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90900" y="492171"/>
            <a:ext cx="2127501" cy="548640"/>
          </a:xfrm>
          <a:solidFill>
            <a:schemeClr val="bg2">
              <a:alpha val="13863"/>
            </a:schemeClr>
          </a:solidFill>
        </p:spPr>
        <p:txBody>
          <a:bodyPr bIns="45720" anchor="ctr"/>
          <a:lstStyle>
            <a:lvl1pPr marL="0" indent="0" algn="ctr">
              <a:buNone/>
              <a:defRPr sz="1100" b="0" i="0">
                <a:solidFill>
                  <a:schemeClr val="tx1">
                    <a:alpha val="36201"/>
                  </a:schemeClr>
                </a:solidFill>
              </a:defRPr>
            </a:lvl1pPr>
          </a:lstStyle>
          <a:p>
            <a:pPr lvl="0"/>
            <a:r>
              <a:rPr lang="en-US" dirty="0"/>
              <a:t>[ Replace with customer logo]</a:t>
            </a:r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FBAB75D7-A21D-0D28-75EF-9C8845B8284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A57DE96-9324-6160-99E0-74B0A327E9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499" y="580191"/>
            <a:ext cx="2130550" cy="376397"/>
          </a:xfrm>
          <a:prstGeom prst="rect">
            <a:avLst/>
          </a:prstGeom>
        </p:spPr>
      </p:pic>
      <p:sp>
        <p:nvSpPr>
          <p:cNvPr id="9" name="logo divider">
            <a:extLst>
              <a:ext uri="{FF2B5EF4-FFF2-40B4-BE49-F238E27FC236}">
                <a16:creationId xmlns:a16="http://schemas.microsoft.com/office/drawing/2014/main" id="{A2E01ACB-DCD1-BD2B-C749-E31F0590AD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2772731" y="759245"/>
            <a:ext cx="548640" cy="18288"/>
          </a:xfrm>
          <a:solidFill>
            <a:schemeClr val="tx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" name="divider">
            <a:extLst>
              <a:ext uri="{FF2B5EF4-FFF2-40B4-BE49-F238E27FC236}">
                <a16:creationId xmlns:a16="http://schemas.microsoft.com/office/drawing/2014/main" id="{17BEFBC2-E278-FE59-B56E-82E648E25B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1499" y="3337560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63006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_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3537" y="0"/>
            <a:ext cx="5998463" cy="6858000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ubcopy">
            <a:extLst>
              <a:ext uri="{FF2B5EF4-FFF2-40B4-BE49-F238E27FC236}">
                <a16:creationId xmlns:a16="http://schemas.microsoft.com/office/drawing/2014/main" id="{A2A931A3-1F3E-8C95-B9D4-58815B7F7C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499" y="2733871"/>
            <a:ext cx="5410201" cy="738664"/>
          </a:xfrm>
        </p:spPr>
        <p:txBody>
          <a:bodyPr wrap="square">
            <a:spAutoFit/>
          </a:bodyPr>
          <a:lstStyle>
            <a:lvl1pPr marL="0" indent="0"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A89A89A6-6020-4925-576E-F26B008D8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1718018"/>
            <a:ext cx="5410201" cy="56938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customer logo">
            <a:extLst>
              <a:ext uri="{FF2B5EF4-FFF2-40B4-BE49-F238E27FC236}">
                <a16:creationId xmlns:a16="http://schemas.microsoft.com/office/drawing/2014/main" id="{76BF9EF9-05D6-0B08-2A47-31F6F3D4AC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90900" y="492171"/>
            <a:ext cx="2127501" cy="548640"/>
          </a:xfrm>
          <a:solidFill>
            <a:schemeClr val="bg2">
              <a:alpha val="13863"/>
            </a:schemeClr>
          </a:solidFill>
        </p:spPr>
        <p:txBody>
          <a:bodyPr bIns="45720" anchor="ctr"/>
          <a:lstStyle>
            <a:lvl1pPr marL="0" indent="0" algn="ctr">
              <a:lnSpc>
                <a:spcPct val="120000"/>
              </a:lnSpc>
              <a:buNone/>
              <a:defRPr sz="1100" b="0" i="0">
                <a:solidFill>
                  <a:schemeClr val="tx1">
                    <a:alpha val="36201"/>
                  </a:schemeClr>
                </a:solidFill>
              </a:defRPr>
            </a:lvl1pPr>
          </a:lstStyle>
          <a:p>
            <a:pPr lvl="0"/>
            <a:r>
              <a:rPr lang="en-US" dirty="0"/>
              <a:t>[ Replace with customer logo]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5FCA9BA-9BBF-55EB-FE8A-F9A2778D39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0924" y="5520715"/>
            <a:ext cx="2590599" cy="529376"/>
          </a:xfrm>
          <a:noFill/>
        </p:spPr>
        <p:txBody>
          <a:bodyPr wrap="square" lIns="27432" tIns="0" rIns="0" bIns="54864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en-US" sz="14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</a:t>
            </a:r>
            <a:endParaRPr 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A3C2E30-F21F-1E61-FEE3-AB55939F3B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1499" y="5520715"/>
            <a:ext cx="2590801" cy="529376"/>
          </a:xfrm>
          <a:noFill/>
        </p:spPr>
        <p:txBody>
          <a:bodyPr wrap="square" lIns="27432" tIns="0" rIns="0" bIns="54864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en-US" sz="14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B514D07-EC12-550C-5233-A005BCB96B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0927" y="4249202"/>
            <a:ext cx="2590773" cy="529376"/>
          </a:xfrm>
          <a:noFill/>
        </p:spPr>
        <p:txBody>
          <a:bodyPr wrap="square" lIns="27432" tIns="0" rIns="0" bIns="54864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en-US" sz="14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7983B9F4-199F-FD25-D375-D63007CF18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1500" y="4249202"/>
            <a:ext cx="2590800" cy="529376"/>
          </a:xfrm>
          <a:noFill/>
        </p:spPr>
        <p:txBody>
          <a:bodyPr wrap="square" lIns="27432" tIns="0" rIns="0" bIns="54864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en-US" sz="1400">
                <a:cs typeface="+mn-cs"/>
              </a:defRPr>
            </a:lvl1pPr>
          </a:lstStyle>
          <a:p>
            <a:pPr lvl="0" defTabSz="913569"/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3" name="percent">
            <a:extLst>
              <a:ext uri="{FF2B5EF4-FFF2-40B4-BE49-F238E27FC236}">
                <a16:creationId xmlns:a16="http://schemas.microsoft.com/office/drawing/2014/main" id="{6A1B8D7A-4045-F129-E93E-2BE5D5AA4D8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1475" y="3585583"/>
            <a:ext cx="2589095" cy="664797"/>
          </a:xfrm>
        </p:spPr>
        <p:txBody>
          <a:bodyPr wrap="square" lIns="0" rIns="0">
            <a:spAutoFit/>
          </a:bodyPr>
          <a:lstStyle>
            <a:lvl1pPr marL="0" indent="0" algn="l" defTabSz="913569" rtl="0" eaLnBrk="1" latinLnBrk="0" hangingPunct="1">
              <a:buNone/>
              <a:defRPr lang="en-US" sz="3600" b="0" i="0" kern="1200" dirty="0">
                <a:gradFill>
                  <a:gsLst>
                    <a:gs pos="23000">
                      <a:schemeClr val="accent6"/>
                    </a:gs>
                    <a:gs pos="95000">
                      <a:schemeClr val="accent3"/>
                    </a:gs>
                  </a:gsLst>
                  <a:lin ang="66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percent">
            <a:extLst>
              <a:ext uri="{FF2B5EF4-FFF2-40B4-BE49-F238E27FC236}">
                <a16:creationId xmlns:a16="http://schemas.microsoft.com/office/drawing/2014/main" id="{512774A9-6E50-45A3-B4D6-CFA0F41299A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0900" y="3585583"/>
            <a:ext cx="2588892" cy="664797"/>
          </a:xfrm>
        </p:spPr>
        <p:txBody>
          <a:bodyPr wrap="square" lIns="0" rIns="0">
            <a:spAutoFit/>
          </a:bodyPr>
          <a:lstStyle>
            <a:lvl1pPr marL="0" indent="0" algn="l" defTabSz="913569" rtl="0" eaLnBrk="1" latinLnBrk="0" hangingPunct="1">
              <a:buNone/>
              <a:defRPr lang="en-US" sz="3600" b="0" i="0" kern="1200" dirty="0">
                <a:gradFill>
                  <a:gsLst>
                    <a:gs pos="23000">
                      <a:schemeClr val="accent6"/>
                    </a:gs>
                    <a:gs pos="95000">
                      <a:schemeClr val="accent3"/>
                    </a:gs>
                  </a:gsLst>
                  <a:lin ang="66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7" name="percent">
            <a:extLst>
              <a:ext uri="{FF2B5EF4-FFF2-40B4-BE49-F238E27FC236}">
                <a16:creationId xmlns:a16="http://schemas.microsoft.com/office/drawing/2014/main" id="{A293E950-90E2-EA4E-47FD-C7DC214E84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1475" y="4857096"/>
            <a:ext cx="2589095" cy="664797"/>
          </a:xfrm>
        </p:spPr>
        <p:txBody>
          <a:bodyPr wrap="square" lIns="0" rIns="0">
            <a:spAutoFit/>
          </a:bodyPr>
          <a:lstStyle>
            <a:lvl1pPr marL="0" indent="0" algn="l" defTabSz="913569" rtl="0" eaLnBrk="1" latinLnBrk="0" hangingPunct="1">
              <a:buNone/>
              <a:defRPr lang="en-US" sz="3600" b="0" i="0" kern="1200" dirty="0">
                <a:gradFill>
                  <a:gsLst>
                    <a:gs pos="23000">
                      <a:schemeClr val="accent6"/>
                    </a:gs>
                    <a:gs pos="95000">
                      <a:schemeClr val="accent3"/>
                    </a:gs>
                  </a:gsLst>
                  <a:lin ang="66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8" name="percent">
            <a:extLst>
              <a:ext uri="{FF2B5EF4-FFF2-40B4-BE49-F238E27FC236}">
                <a16:creationId xmlns:a16="http://schemas.microsoft.com/office/drawing/2014/main" id="{F39EBC8E-23AD-8B3F-AA6E-5F4F5D05BB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90900" y="4857096"/>
            <a:ext cx="2588892" cy="664797"/>
          </a:xfrm>
        </p:spPr>
        <p:txBody>
          <a:bodyPr wrap="square" lIns="0" rIns="0">
            <a:spAutoFit/>
          </a:bodyPr>
          <a:lstStyle>
            <a:lvl1pPr marL="0" indent="0" algn="l" defTabSz="913569" rtl="0" eaLnBrk="1" latinLnBrk="0" hangingPunct="1">
              <a:buNone/>
              <a:defRPr lang="en-US" sz="3600" b="0" i="0" kern="1200" dirty="0">
                <a:gradFill>
                  <a:gsLst>
                    <a:gs pos="23000">
                      <a:schemeClr val="accent6"/>
                    </a:gs>
                    <a:gs pos="95000">
                      <a:schemeClr val="accent3"/>
                    </a:gs>
                  </a:gsLst>
                  <a:lin ang="66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8" name="logo divider">
            <a:extLst>
              <a:ext uri="{FF2B5EF4-FFF2-40B4-BE49-F238E27FC236}">
                <a16:creationId xmlns:a16="http://schemas.microsoft.com/office/drawing/2014/main" id="{68153A59-9CA7-55BB-C417-AD3DE1886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2772157" y="757348"/>
            <a:ext cx="548640" cy="18288"/>
          </a:xfrm>
          <a:solidFill>
            <a:schemeClr val="tx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811633B0-B424-7D2A-F8F5-D79207E41B7A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0C32002-6A57-5C94-5A36-8C1061AFD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499" y="578293"/>
            <a:ext cx="2130550" cy="376397"/>
          </a:xfrm>
          <a:prstGeom prst="rect">
            <a:avLst/>
          </a:prstGeom>
        </p:spPr>
      </p:pic>
      <p:sp>
        <p:nvSpPr>
          <p:cNvPr id="10" name="divider">
            <a:extLst>
              <a:ext uri="{FF2B5EF4-FFF2-40B4-BE49-F238E27FC236}">
                <a16:creationId xmlns:a16="http://schemas.microsoft.com/office/drawing/2014/main" id="{AC180662-471F-95EF-6537-25B7EAB3853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71475" y="2449941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79296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1">
            <a:extLst>
              <a:ext uri="{FF2B5EF4-FFF2-40B4-BE49-F238E27FC236}">
                <a16:creationId xmlns:a16="http://schemas.microsoft.com/office/drawing/2014/main" id="{751BA2C9-A69F-E55D-E30E-B86DDEB728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3537" y="0"/>
            <a:ext cx="5998463" cy="6858000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A90BAF8F-9744-2749-6925-419C705C42F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501" y="4920266"/>
            <a:ext cx="4946899" cy="542713"/>
          </a:xfrm>
        </p:spPr>
        <p:txBody>
          <a:bodyPr wrap="square">
            <a:spAutoFit/>
          </a:bodyPr>
          <a:lstStyle>
            <a:lvl1pPr marL="0" indent="0">
              <a:spcAft>
                <a:spcPts val="200"/>
              </a:spcAft>
              <a:buNone/>
              <a:defRPr sz="1400" b="0" i="0"/>
            </a:lvl1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5D75F420-5177-26BB-25B7-B8E4E5509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2" y="2524254"/>
            <a:ext cx="4946899" cy="2215991"/>
          </a:xfr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600" b="0" i="0">
                <a:latin typeface="+mn-lt"/>
              </a:defRPr>
            </a:lvl1pPr>
          </a:lstStyle>
          <a:p>
            <a:r>
              <a:rPr lang="en-US" dirty="0"/>
              <a:t>Customer quote goes here. Bold a portion of the quote to make it feel more impactful.</a:t>
            </a:r>
          </a:p>
        </p:txBody>
      </p:sp>
      <p:sp>
        <p:nvSpPr>
          <p:cNvPr id="7" name="quotation mark">
            <a:extLst>
              <a:ext uri="{FF2B5EF4-FFF2-40B4-BE49-F238E27FC236}">
                <a16:creationId xmlns:a16="http://schemas.microsoft.com/office/drawing/2014/main" id="{9AE8AFDF-C9F5-383D-A6A3-E62FFF30A960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>
          <a:xfrm>
            <a:off x="571500" y="1869919"/>
            <a:ext cx="586642" cy="50639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50800">
            <a:solidFill>
              <a:schemeClr val="bg1">
                <a:alpha val="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ustomer logo">
            <a:extLst>
              <a:ext uri="{FF2B5EF4-FFF2-40B4-BE49-F238E27FC236}">
                <a16:creationId xmlns:a16="http://schemas.microsoft.com/office/drawing/2014/main" id="{B9ABC365-29E6-AF45-3914-A4571831AB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90900" y="492171"/>
            <a:ext cx="2127501" cy="548640"/>
          </a:xfrm>
          <a:solidFill>
            <a:schemeClr val="bg2">
              <a:alpha val="13863"/>
            </a:schemeClr>
          </a:solidFill>
        </p:spPr>
        <p:txBody>
          <a:bodyPr bIns="45720" anchor="ctr"/>
          <a:lstStyle>
            <a:lvl1pPr marL="0" marR="0" indent="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None/>
              <a:tabLst/>
              <a:defRPr sz="1100" b="0" i="0">
                <a:solidFill>
                  <a:schemeClr val="tx1">
                    <a:alpha val="36201"/>
                  </a:schemeClr>
                </a:solidFill>
              </a:defRPr>
            </a:lvl1pPr>
          </a:lstStyle>
          <a:p>
            <a:pPr marL="171450" marR="0" lvl="0" indent="-17145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tabLst/>
              <a:defRPr/>
            </a:pPr>
            <a:r>
              <a:rPr lang="en-US" dirty="0"/>
              <a:t>[ Replace with customer logo]</a:t>
            </a:r>
          </a:p>
        </p:txBody>
      </p:sp>
      <p:pic>
        <p:nvPicPr>
          <p:cNvPr id="5" name="dt logo">
            <a:extLst>
              <a:ext uri="{FF2B5EF4-FFF2-40B4-BE49-F238E27FC236}">
                <a16:creationId xmlns:a16="http://schemas.microsoft.com/office/drawing/2014/main" id="{657E4379-3D47-A174-6963-CF7D96BA5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1" y="578292"/>
            <a:ext cx="2130552" cy="376398"/>
          </a:xfrm>
          <a:prstGeom prst="rect">
            <a:avLst/>
          </a:prstGeom>
        </p:spPr>
      </p:pic>
      <p:sp>
        <p:nvSpPr>
          <p:cNvPr id="2" name="logo divider">
            <a:extLst>
              <a:ext uri="{FF2B5EF4-FFF2-40B4-BE49-F238E27FC236}">
                <a16:creationId xmlns:a16="http://schemas.microsoft.com/office/drawing/2014/main" id="{0B85D85C-6B43-227C-D8EC-A16996309F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2772157" y="757348"/>
            <a:ext cx="548640" cy="18288"/>
          </a:xfrm>
          <a:solidFill>
            <a:schemeClr val="tx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B28ED444-A7AB-846F-7760-AA6C3E4339BF}"/>
              </a:ext>
            </a:extLst>
          </p:cNvPr>
          <p:cNvSpPr>
            <a:spLocks noGrp="1"/>
          </p:cNvSpPr>
          <p:nvPr>
            <p:ph type="sldNum" sz="quarter" idx="11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40BB6F-EF13-5974-F057-196734A2DE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499" y="580191"/>
            <a:ext cx="2130550" cy="37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210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>
            <a:extLst>
              <a:ext uri="{FF2B5EF4-FFF2-40B4-BE49-F238E27FC236}">
                <a16:creationId xmlns:a16="http://schemas.microsoft.com/office/drawing/2014/main" id="{585B47FF-82A8-6269-492C-590A47F81D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>
            <a:fillRect/>
          </a:stretch>
        </p:blipFill>
        <p:spPr>
          <a:xfrm>
            <a:off x="0" y="0"/>
            <a:ext cx="2222500" cy="6858000"/>
          </a:xfrm>
          <a:prstGeom prst="rect">
            <a:avLst/>
          </a:prstGeom>
        </p:spPr>
      </p:pic>
      <p:sp>
        <p:nvSpPr>
          <p:cNvPr id="9" name="text box">
            <a:extLst>
              <a:ext uri="{FF2B5EF4-FFF2-40B4-BE49-F238E27FC236}">
                <a16:creationId xmlns:a16="http://schemas.microsoft.com/office/drawing/2014/main" id="{6F718C98-3F7B-A562-A5C0-C4FC00782D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58924" y="4910798"/>
            <a:ext cx="4502375" cy="542713"/>
          </a:xfrm>
        </p:spPr>
        <p:txBody>
          <a:bodyPr wrap="square">
            <a:spAutoFit/>
          </a:bodyPr>
          <a:lstStyle>
            <a:lvl1pPr marL="0" indent="0">
              <a:spcAft>
                <a:spcPts val="200"/>
              </a:spcAft>
              <a:buNone/>
              <a:defRPr sz="1400" b="0" i="0"/>
            </a:lvl1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E5BC5F25-5F3B-EB1D-1E2B-E997A7F0A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8924" y="2517645"/>
            <a:ext cx="7289800" cy="2231380"/>
          </a:xfrm>
        </p:spPr>
        <p:txBody>
          <a:bodyPr wrap="square" anchor="t">
            <a:spAutoFit/>
          </a:bodyPr>
          <a:lstStyle>
            <a:lvl1pPr>
              <a:defRPr b="0" i="0">
                <a:latin typeface="+mn-lt"/>
              </a:defRPr>
            </a:lvl1pPr>
          </a:lstStyle>
          <a:p>
            <a:r>
              <a:rPr lang="en-US" dirty="0"/>
              <a:t>Quote goes here. Bold a portion of the quote to make it feel more impactful.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19" name="quotation mark">
            <a:extLst>
              <a:ext uri="{FF2B5EF4-FFF2-40B4-BE49-F238E27FC236}">
                <a16:creationId xmlns:a16="http://schemas.microsoft.com/office/drawing/2014/main" id="{2F33F45E-925A-7291-0A6A-69206301C6DF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>
          <a:xfrm>
            <a:off x="3390900" y="1226073"/>
            <a:ext cx="1069889" cy="9235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0800">
            <a:solidFill>
              <a:schemeClr val="bg1">
                <a:alpha val="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image 1">
            <a:extLst>
              <a:ext uri="{FF2B5EF4-FFF2-40B4-BE49-F238E27FC236}">
                <a16:creationId xmlns:a16="http://schemas.microsoft.com/office/drawing/2014/main" id="{B812040C-E17A-C75B-D088-D464A0DB5E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2222499" cy="685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b="0" i="0">
                <a:noFill/>
              </a:defRPr>
            </a:lvl1pPr>
          </a:lstStyle>
          <a:p>
            <a:pPr marL="182880" lvl="0" indent="-182880" algn="ctr"/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0D9CB-684D-74B8-FE7A-67B636077EA6}"/>
              </a:ext>
            </a:extLst>
          </p:cNvPr>
          <p:cNvSpPr>
            <a:spLocks noGrp="1"/>
          </p:cNvSpPr>
          <p:nvPr>
            <p:ph type="sldNum" sz="quarter" idx="11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A97CFB-45FB-5322-D860-6A0F9AB02DC0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4" name="line">
              <a:extLst>
                <a:ext uri="{FF2B5EF4-FFF2-40B4-BE49-F238E27FC236}">
                  <a16:creationId xmlns:a16="http://schemas.microsoft.com/office/drawing/2014/main" id="{111387B7-B5D0-4EDA-B5F7-F6BEB54B07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4902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logo">
              <a:extLst>
                <a:ext uri="{FF2B5EF4-FFF2-40B4-BE49-F238E27FC236}">
                  <a16:creationId xmlns:a16="http://schemas.microsoft.com/office/drawing/2014/main" id="{934F6A70-D803-6BFC-DB5A-222AAE51B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58218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image+3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89900" y="4662574"/>
            <a:ext cx="3529586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89240" y="5381829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amet, consectetur</a:t>
            </a:r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89240" y="5009420"/>
            <a:ext cx="3529850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1923" y="4662574"/>
            <a:ext cx="3529586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0700" y="5381829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0700" y="5009420"/>
            <a:ext cx="3529850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4662574"/>
            <a:ext cx="3529586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5381829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amet, consectetur</a:t>
            </a:r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5009420"/>
            <a:ext cx="3529850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66" name="title">
            <a:extLst>
              <a:ext uri="{FF2B5EF4-FFF2-40B4-BE49-F238E27FC236}">
                <a16:creationId xmlns:a16="http://schemas.microsoft.com/office/drawing/2014/main" id="{8FBCE36B-B86A-73AA-E57A-EA2707AF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45" y="3882716"/>
            <a:ext cx="11053606" cy="569387"/>
          </a:xfrm>
        </p:spPr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image 1">
            <a:extLst>
              <a:ext uri="{FF2B5EF4-FFF2-40B4-BE49-F238E27FC236}">
                <a16:creationId xmlns:a16="http://schemas.microsoft.com/office/drawing/2014/main" id="{7739D286-7284-7F77-3BBA-00505DEBFF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1" cy="3429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C6D36-807B-D860-36E4-27AD0F41A3B7}"/>
              </a:ext>
            </a:extLst>
          </p:cNvPr>
          <p:cNvSpPr>
            <a:spLocks noGrp="1"/>
          </p:cNvSpPr>
          <p:nvPr>
            <p:ph type="sldNum" sz="quarter" idx="135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C7289F-87A5-17A7-8CF3-D50B232448FC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17" name="line">
              <a:extLst>
                <a:ext uri="{FF2B5EF4-FFF2-40B4-BE49-F238E27FC236}">
                  <a16:creationId xmlns:a16="http://schemas.microsoft.com/office/drawing/2014/main" id="{E8737B78-0C9A-F480-51AB-D6F75E3635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4902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logo">
              <a:extLst>
                <a:ext uri="{FF2B5EF4-FFF2-40B4-BE49-F238E27FC236}">
                  <a16:creationId xmlns:a16="http://schemas.microsoft.com/office/drawing/2014/main" id="{538174F5-2517-4642-3F60-3C85BAE5CE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5543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image+4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rd 4">
            <a:extLst>
              <a:ext uri="{FF2B5EF4-FFF2-40B4-BE49-F238E27FC236}">
                <a16:creationId xmlns:a16="http://schemas.microsoft.com/office/drawing/2014/main" id="{DF9CDDE4-8EDE-190A-9AC8-27F499C74E6C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31394" y="4662574"/>
            <a:ext cx="2589953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11710" y="4662574"/>
            <a:ext cx="2589953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392026" y="4662574"/>
            <a:ext cx="2589953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 dirty="0"/>
              <a:t>.</a:t>
            </a:r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4662574"/>
            <a:ext cx="2589953" cy="1623926"/>
          </a:xfrm>
          <a:prstGeom prst="roundRect">
            <a:avLst>
              <a:gd name="adj" fmla="val 5412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4" name="subcopy 4">
            <a:extLst>
              <a:ext uri="{FF2B5EF4-FFF2-40B4-BE49-F238E27FC236}">
                <a16:creationId xmlns:a16="http://schemas.microsoft.com/office/drawing/2014/main" id="{147B1C10-0DEE-C295-C9E3-DD5C3E6FA6E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031297" y="5381829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5" name="subcopy 3">
            <a:extLst>
              <a:ext uri="{FF2B5EF4-FFF2-40B4-BE49-F238E27FC236}">
                <a16:creationId xmlns:a16="http://schemas.microsoft.com/office/drawing/2014/main" id="{7A7E5343-B8E8-124F-554D-4A4579DFD620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11050" y="5381829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6" name="subcopy 2">
            <a:extLst>
              <a:ext uri="{FF2B5EF4-FFF2-40B4-BE49-F238E27FC236}">
                <a16:creationId xmlns:a16="http://schemas.microsoft.com/office/drawing/2014/main" id="{8EAC3475-4744-8709-9FFB-DEDD01AE432F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90803" y="5381829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7" name="subcopy 1">
            <a:extLst>
              <a:ext uri="{FF2B5EF4-FFF2-40B4-BE49-F238E27FC236}">
                <a16:creationId xmlns:a16="http://schemas.microsoft.com/office/drawing/2014/main" id="{4C15006C-D1D1-55FD-9BBD-46DED52E94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5381829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031297" y="5006749"/>
            <a:ext cx="2590147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11050" y="5006749"/>
            <a:ext cx="2590147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390803" y="5006749"/>
            <a:ext cx="2590147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5006749"/>
            <a:ext cx="2590147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66" name="title">
            <a:extLst>
              <a:ext uri="{FF2B5EF4-FFF2-40B4-BE49-F238E27FC236}">
                <a16:creationId xmlns:a16="http://schemas.microsoft.com/office/drawing/2014/main" id="{8FBCE36B-B86A-73AA-E57A-EA2707AF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882716"/>
            <a:ext cx="11055096" cy="569387"/>
          </a:xfrm>
        </p:spPr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25B4E4A2-3D1D-556C-F745-247F85E8DA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1" cy="3429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15C504-1F9D-2213-A861-025A629CFDFC}"/>
              </a:ext>
            </a:extLst>
          </p:cNvPr>
          <p:cNvSpPr>
            <a:spLocks noGrp="1"/>
          </p:cNvSpPr>
          <p:nvPr>
            <p:ph type="sldNum" sz="quarter" idx="139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logo lockup">
            <a:extLst>
              <a:ext uri="{FF2B5EF4-FFF2-40B4-BE49-F238E27FC236}">
                <a16:creationId xmlns:a16="http://schemas.microsoft.com/office/drawing/2014/main" id="{90332871-580F-AE19-7E0D-C06BA6A90D0B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10" name="line">
              <a:extLst>
                <a:ext uri="{FF2B5EF4-FFF2-40B4-BE49-F238E27FC236}">
                  <a16:creationId xmlns:a16="http://schemas.microsoft.com/office/drawing/2014/main" id="{38C4F3E7-101B-5AF3-54F6-BBF3C7C2A3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4902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logo">
              <a:extLst>
                <a:ext uri="{FF2B5EF4-FFF2-40B4-BE49-F238E27FC236}">
                  <a16:creationId xmlns:a16="http://schemas.microsoft.com/office/drawing/2014/main" id="{A4992BD9-5859-3FEC-A1B8-82125F90B6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6575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ards+foo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age 1">
            <a:extLst>
              <a:ext uri="{FF2B5EF4-FFF2-40B4-BE49-F238E27FC236}">
                <a16:creationId xmlns:a16="http://schemas.microsoft.com/office/drawing/2014/main" id="{A8E9400D-DC98-E0CD-0199-ED251FA66F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9000"/>
            <a:ext cx="12192001" cy="3429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89900" y="1863894"/>
            <a:ext cx="352958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89240" y="3034968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89240" y="2355189"/>
            <a:ext cx="352985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1923" y="1863894"/>
            <a:ext cx="352958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0700" y="3034968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0700" y="2355189"/>
            <a:ext cx="352985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1863894"/>
            <a:ext cx="352958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3034968"/>
            <a:ext cx="352985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2355189"/>
            <a:ext cx="352985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0D6FD-5508-2BC4-0DE2-68F2E701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ivider">
            <a:extLst>
              <a:ext uri="{FF2B5EF4-FFF2-40B4-BE49-F238E27FC236}">
                <a16:creationId xmlns:a16="http://schemas.microsoft.com/office/drawing/2014/main" id="{FBF5FC59-64C8-A54D-F216-FF567789EF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8468" y="1179576"/>
            <a:ext cx="1655064" cy="36576"/>
          </a:xfrm>
          <a:solidFill>
            <a:schemeClr val="bg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vert="horz" lIns="27432" tIns="0" rIns="27432" bIns="0" rtlCol="0" anchor="ctr">
            <a:noAutofit/>
          </a:bodyPr>
          <a:lstStyle>
            <a:lvl1pPr marL="0" indent="0">
              <a:buNone/>
              <a:defRPr lang="en-US" sz="800" dirty="0">
                <a:noFill/>
              </a:defRPr>
            </a:lvl1pPr>
          </a:lstStyle>
          <a:p>
            <a:pPr marL="182880" lvl="0" indent="-182880" algn="ctr"/>
            <a:r>
              <a:rPr lang="en-US" dirty="0"/>
              <a:t>.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42975D06-4306-335E-CACA-8A769D799CF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479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ards+foo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1">
            <a:extLst>
              <a:ext uri="{FF2B5EF4-FFF2-40B4-BE49-F238E27FC236}">
                <a16:creationId xmlns:a16="http://schemas.microsoft.com/office/drawing/2014/main" id="{49272FB6-7577-D080-8131-789D0CB5B8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9000"/>
            <a:ext cx="12192001" cy="3429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10300" y="1872486"/>
            <a:ext cx="259126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09640" y="3034968"/>
            <a:ext cx="259146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09640" y="2355189"/>
            <a:ext cx="259146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</a:t>
            </a:r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390434" y="1872486"/>
            <a:ext cx="259126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89211" y="3034968"/>
            <a:ext cx="259146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389211" y="2355189"/>
            <a:ext cx="259146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</a:t>
            </a:r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1872486"/>
            <a:ext cx="2591266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3034968"/>
            <a:ext cx="2591460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2355189"/>
            <a:ext cx="2591460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0D6FD-5508-2BC4-0DE2-68F2E701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ard 4">
            <a:extLst>
              <a:ext uri="{FF2B5EF4-FFF2-40B4-BE49-F238E27FC236}">
                <a16:creationId xmlns:a16="http://schemas.microsoft.com/office/drawing/2014/main" id="{2A77BAA5-3D08-6462-E703-3A1234C9D97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28394" y="1872486"/>
            <a:ext cx="2589953" cy="2236110"/>
          </a:xfrm>
          <a:prstGeom prst="roundRect">
            <a:avLst>
              <a:gd name="adj" fmla="val 393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9" name="subcopy 4">
            <a:extLst>
              <a:ext uri="{FF2B5EF4-FFF2-40B4-BE49-F238E27FC236}">
                <a16:creationId xmlns:a16="http://schemas.microsoft.com/office/drawing/2014/main" id="{49D71A9C-70D5-49B3-BA4D-02238B7FDF7C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028297" y="3034968"/>
            <a:ext cx="25901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>
                <a:solidFill>
                  <a:schemeClr val="tx1"/>
                </a:solidFill>
              </a:defRPr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amet, consectetur</a:t>
            </a:r>
          </a:p>
        </p:txBody>
      </p:sp>
      <p:sp>
        <p:nvSpPr>
          <p:cNvPr id="10" name="header 4">
            <a:extLst>
              <a:ext uri="{FF2B5EF4-FFF2-40B4-BE49-F238E27FC236}">
                <a16:creationId xmlns:a16="http://schemas.microsoft.com/office/drawing/2014/main" id="{88047582-374A-E8B2-393F-54C268EDDCDE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028297" y="2355189"/>
            <a:ext cx="2590147" cy="60939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Card title lorem ipsum dolor</a:t>
            </a:r>
          </a:p>
        </p:txBody>
      </p:sp>
      <p:sp>
        <p:nvSpPr>
          <p:cNvPr id="2" name="divider">
            <a:extLst>
              <a:ext uri="{FF2B5EF4-FFF2-40B4-BE49-F238E27FC236}">
                <a16:creationId xmlns:a16="http://schemas.microsoft.com/office/drawing/2014/main" id="{8EAE9364-9991-4834-1848-053F8C2BEC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8468" y="1179576"/>
            <a:ext cx="1655064" cy="36576"/>
          </a:xfrm>
          <a:solidFill>
            <a:schemeClr val="bg1"/>
          </a:solidFill>
          <a:ln>
            <a:solidFill>
              <a:schemeClr val="accent1">
                <a:alpha val="0"/>
              </a:schemeClr>
            </a:solidFill>
          </a:ln>
        </p:spPr>
        <p:txBody>
          <a:bodyPr vert="horz" lIns="27432" tIns="0" rIns="27432" bIns="0" rtlCol="0" anchor="ctr">
            <a:noAutofit/>
          </a:bodyPr>
          <a:lstStyle>
            <a:lvl1pPr marL="0" indent="0">
              <a:buNone/>
              <a:defRPr lang="en-US" sz="800" dirty="0">
                <a:noFill/>
              </a:defRPr>
            </a:lvl1pPr>
          </a:lstStyle>
          <a:p>
            <a:pPr marL="182880" lvl="0" indent="-182880" algn="ctr"/>
            <a:r>
              <a:rPr lang="en-US"/>
              <a:t>.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144A685C-193B-CC53-40D8-77F26C42CDF7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5754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image+horiz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">
            <a:extLst>
              <a:ext uri="{FF2B5EF4-FFF2-40B4-BE49-F238E27FC236}">
                <a16:creationId xmlns:a16="http://schemas.microsoft.com/office/drawing/2014/main" id="{2B57A233-0D50-3C50-EC99-59697CACCC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83680" y="5185526"/>
            <a:ext cx="5039319" cy="1154162"/>
          </a:xfrm>
        </p:spPr>
        <p:txBody>
          <a:bodyPr wrap="square" bIns="45720" anchor="ctr">
            <a:spAutoFit/>
          </a:bodyPr>
          <a:lstStyle>
            <a:lvl1pPr marL="0" indent="0">
              <a:buFont typeface="DT Flow Light" panose="020B0604020202020204" pitchFamily="34" charset="0"/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FF7A4350-6FAD-EB0D-4290-EDB9A0CDC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5200915"/>
            <a:ext cx="5077968" cy="1123384"/>
          </a:xfrm>
        </p:spPr>
        <p:txBody>
          <a:bodyPr anchor="ctr"/>
          <a:lstStyle>
            <a:lvl1pPr>
              <a:defRPr b="0" i="0"/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image 1">
            <a:extLst>
              <a:ext uri="{FF2B5EF4-FFF2-40B4-BE49-F238E27FC236}">
                <a16:creationId xmlns:a16="http://schemas.microsoft.com/office/drawing/2014/main" id="{1B69C3B2-725F-44BD-84CB-162BED15E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4559494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b="0" i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grpSp>
        <p:nvGrpSpPr>
          <p:cNvPr id="4" name="Group 3" hidden="1">
            <a:extLst>
              <a:ext uri="{FF2B5EF4-FFF2-40B4-BE49-F238E27FC236}">
                <a16:creationId xmlns:a16="http://schemas.microsoft.com/office/drawing/2014/main" id="{7A8F6543-1C7A-07EE-B1C6-E2E550679A5B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</p:grpSpPr>
        <p:cxnSp>
          <p:nvCxnSpPr>
            <p:cNvPr id="5" name="line">
              <a:extLst>
                <a:ext uri="{FF2B5EF4-FFF2-40B4-BE49-F238E27FC236}">
                  <a16:creationId xmlns:a16="http://schemas.microsoft.com/office/drawing/2014/main" id="{3C4ADE43-9722-75C1-8571-7F2B0FB85E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ln w="12700">
              <a:solidFill>
                <a:schemeClr val="bg1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logo">
              <a:extLst>
                <a:ext uri="{FF2B5EF4-FFF2-40B4-BE49-F238E27FC236}">
                  <a16:creationId xmlns:a16="http://schemas.microsoft.com/office/drawing/2014/main" id="{71CE28FF-64D3-ED4D-8004-7F2B646CF7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2FF89E04-6F34-A67B-DA49-CF6C367D733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4B10D316-4FA8-5259-C08E-5A087E8444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5455920" y="5744319"/>
            <a:ext cx="128016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69645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content+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 3">
            <a:extLst>
              <a:ext uri="{FF2B5EF4-FFF2-40B4-BE49-F238E27FC236}">
                <a16:creationId xmlns:a16="http://schemas.microsoft.com/office/drawing/2014/main" id="{2E9CFE60-37B1-85B8-E800-A1EB45291D0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89636" y="2071123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30559" y="2071123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2" y="2071122"/>
            <a:ext cx="3529584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4" name="image 6">
            <a:extLst>
              <a:ext uri="{FF2B5EF4-FFF2-40B4-BE49-F238E27FC236}">
                <a16:creationId xmlns:a16="http://schemas.microsoft.com/office/drawing/2014/main" id="{BD54CE37-86C4-858E-4B21-389FFA5CDC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9636" y="4283963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B4F907FE-98F4-AF57-4C6D-A7B11B06FB5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0559" y="4283963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3" name="image 4">
            <a:extLst>
              <a:ext uri="{FF2B5EF4-FFF2-40B4-BE49-F238E27FC236}">
                <a16:creationId xmlns:a16="http://schemas.microsoft.com/office/drawing/2014/main" id="{45B6E02D-A8C2-68E8-46B2-08D5C3BA6B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1482" y="4283962"/>
            <a:ext cx="3529584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2B57A233-0D50-3C50-EC99-59697CACCC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83680" y="523973"/>
            <a:ext cx="5039319" cy="1154162"/>
          </a:xfrm>
        </p:spPr>
        <p:txBody>
          <a:bodyPr wrap="square" bIns="45720" anchor="ctr">
            <a:spAutoFit/>
          </a:bodyPr>
          <a:lstStyle>
            <a:lvl1pPr marL="0" indent="0">
              <a:buFont typeface="DT Flow Light" panose="020B0604020202020204" pitchFamily="34" charset="0"/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9C103105-232D-07A1-CA14-26C139946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539362"/>
            <a:ext cx="5077968" cy="1123384"/>
          </a:xfrm>
        </p:spPr>
        <p:txBody>
          <a:bodyPr anchor="ctr"/>
          <a:lstStyle>
            <a:lvl1pPr>
              <a:defRPr b="0" i="0"/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D1DEA8A-8FBF-4BFC-9A48-02C842911D55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2D91D19F-87F0-D451-29CF-0DBC4F7DEF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5455721" y="1082766"/>
            <a:ext cx="128016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83727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content+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mage 4">
            <a:extLst>
              <a:ext uri="{FF2B5EF4-FFF2-40B4-BE49-F238E27FC236}">
                <a16:creationId xmlns:a16="http://schemas.microsoft.com/office/drawing/2014/main" id="{45B6E02D-A8C2-68E8-46B2-08D5C3BA6B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29700" y="2073532"/>
            <a:ext cx="25877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5" name="image 3">
            <a:extLst>
              <a:ext uri="{FF2B5EF4-FFF2-40B4-BE49-F238E27FC236}">
                <a16:creationId xmlns:a16="http://schemas.microsoft.com/office/drawing/2014/main" id="{2E9CFE60-37B1-85B8-E800-A1EB45291D0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0295" y="2073532"/>
            <a:ext cx="25877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90889" y="2073532"/>
            <a:ext cx="25877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3" y="2073533"/>
            <a:ext cx="2587752" cy="1984248"/>
          </a:xfrm>
          <a:prstGeom prst="roundRect">
            <a:avLst>
              <a:gd name="adj" fmla="val 440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3" name="image 8">
            <a:extLst>
              <a:ext uri="{FF2B5EF4-FFF2-40B4-BE49-F238E27FC236}">
                <a16:creationId xmlns:a16="http://schemas.microsoft.com/office/drawing/2014/main" id="{9510956E-A23E-CC14-2874-E827272DAF6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029700" y="4286940"/>
            <a:ext cx="25868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2" name="image 7">
            <a:extLst>
              <a:ext uri="{FF2B5EF4-FFF2-40B4-BE49-F238E27FC236}">
                <a16:creationId xmlns:a16="http://schemas.microsoft.com/office/drawing/2014/main" id="{FA475827-60CB-46F1-46A0-4641EAE2247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10295" y="4286940"/>
            <a:ext cx="25868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4" name="image 6">
            <a:extLst>
              <a:ext uri="{FF2B5EF4-FFF2-40B4-BE49-F238E27FC236}">
                <a16:creationId xmlns:a16="http://schemas.microsoft.com/office/drawing/2014/main" id="{BD54CE37-86C4-858E-4B21-389FFA5CDC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90889" y="4286940"/>
            <a:ext cx="25868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B4F907FE-98F4-AF57-4C6D-A7B11B06FB5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71483" y="4286940"/>
            <a:ext cx="25868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000" b="0" i="0">
                <a:noFill/>
              </a:defRPr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2B57A233-0D50-3C50-EC99-59697CACCC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83680" y="523973"/>
            <a:ext cx="5039319" cy="1154162"/>
          </a:xfrm>
        </p:spPr>
        <p:txBody>
          <a:bodyPr wrap="square" bIns="45720" anchor="ctr">
            <a:spAutoFit/>
          </a:bodyPr>
          <a:lstStyle>
            <a:lvl1pPr marL="0" indent="0">
              <a:buFont typeface="DT Flow Light" panose="020B0604020202020204" pitchFamily="34" charset="0"/>
              <a:buNone/>
              <a:defRPr b="0" i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nec </a:t>
            </a:r>
            <a:r>
              <a:rPr lang="en-US" dirty="0" err="1"/>
              <a:t>odio</a:t>
            </a:r>
            <a:r>
              <a:rPr lang="en-US" dirty="0"/>
              <a:t> diam ipsum et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pellentesqu</a:t>
            </a:r>
            <a:endParaRPr lang="en-US" dirty="0"/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9C103105-232D-07A1-CA14-26C139946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539362"/>
            <a:ext cx="5077968" cy="1123384"/>
          </a:xfrm>
        </p:spPr>
        <p:txBody>
          <a:bodyPr anchor="ctr"/>
          <a:lstStyle>
            <a:lvl1pPr>
              <a:defRPr b="0" i="0"/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57CFBB4-90EC-EB6C-1B08-6C421E6D0B1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AE7C11E1-27C4-BC37-6960-E6EEFFB68C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5455920" y="1082766"/>
            <a:ext cx="1280160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58780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n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19E40-825B-33A2-F64C-2040CFF4E98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472184"/>
            <a:ext cx="7886700" cy="470916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ide bar">
            <a:extLst>
              <a:ext uri="{FF2B5EF4-FFF2-40B4-BE49-F238E27FC236}">
                <a16:creationId xmlns:a16="http://schemas.microsoft.com/office/drawing/2014/main" id="{ACF72640-2438-617A-B3B6-793B02C5E427}"/>
              </a:ext>
            </a:extLst>
          </p:cNvPr>
          <p:cNvSpPr txBox="1">
            <a:spLocks/>
          </p:cNvSpPr>
          <p:nvPr userDrawn="1"/>
        </p:nvSpPr>
        <p:spPr>
          <a:xfrm>
            <a:off x="-1523" y="0"/>
            <a:ext cx="3162300" cy="6858000"/>
          </a:xfrm>
          <a:prstGeom prst="rect">
            <a:avLst/>
          </a:prstGeom>
          <a:gradFill>
            <a:gsLst>
              <a:gs pos="95000">
                <a:schemeClr val="accent3"/>
              </a:gs>
              <a:gs pos="0">
                <a:schemeClr val="accent6"/>
              </a:gs>
            </a:gsLst>
            <a:lin ang="78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>
            <a:lvl1pPr marL="0" marR="0" indent="0" algn="l" defTabSz="914258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600" b="0" i="0" kern="1200" cap="none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b="0" i="0">
              <a:latin typeface="DT Flow Medium" pitchFamily="2" charset="77"/>
            </a:endParaRPr>
          </a:p>
        </p:txBody>
      </p:sp>
      <p:sp>
        <p:nvSpPr>
          <p:cNvPr id="12" name="menu item 4">
            <a:extLst>
              <a:ext uri="{FF2B5EF4-FFF2-40B4-BE49-F238E27FC236}">
                <a16:creationId xmlns:a16="http://schemas.microsoft.com/office/drawing/2014/main" id="{3F776CFF-E908-6BE0-7DB8-FC77FCAA6A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53" y="4962127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Menu item 4</a:t>
            </a:r>
          </a:p>
        </p:txBody>
      </p:sp>
      <p:sp>
        <p:nvSpPr>
          <p:cNvPr id="11" name="menu item 3">
            <a:extLst>
              <a:ext uri="{FF2B5EF4-FFF2-40B4-BE49-F238E27FC236}">
                <a16:creationId xmlns:a16="http://schemas.microsoft.com/office/drawing/2014/main" id="{1951062A-6C0A-393A-0A25-1A2F5DDD48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453" y="3857969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8" name="menu item 2">
            <a:extLst>
              <a:ext uri="{FF2B5EF4-FFF2-40B4-BE49-F238E27FC236}">
                <a16:creationId xmlns:a16="http://schemas.microsoft.com/office/drawing/2014/main" id="{4D7435F3-1B4A-2AFD-8F73-B999F1C834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453" y="2753811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6" name="menu item 1">
            <a:extLst>
              <a:ext uri="{FF2B5EF4-FFF2-40B4-BE49-F238E27FC236}">
                <a16:creationId xmlns:a16="http://schemas.microsoft.com/office/drawing/2014/main" id="{3658E24F-A8C4-F1B6-C281-7AECD306B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453" y="1649653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4DCB005-E51E-8B75-4031-AFA3C312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73278"/>
            <a:ext cx="7889748" cy="5693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3D7518-C2CC-6461-8058-89852796EE3D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5" name="line">
              <a:extLst>
                <a:ext uri="{FF2B5EF4-FFF2-40B4-BE49-F238E27FC236}">
                  <a16:creationId xmlns:a16="http://schemas.microsoft.com/office/drawing/2014/main" id="{8346CA92-754C-8444-3020-D124DC0232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logo">
              <a:extLst>
                <a:ext uri="{FF2B5EF4-FFF2-40B4-BE49-F238E27FC236}">
                  <a16:creationId xmlns:a16="http://schemas.microsoft.com/office/drawing/2014/main" id="{7FA3088D-5EF1-4549-6D03-074A8CF057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14" name="divider">
            <a:extLst>
              <a:ext uri="{FF2B5EF4-FFF2-40B4-BE49-F238E27FC236}">
                <a16:creationId xmlns:a16="http://schemas.microsoft.com/office/drawing/2014/main" id="{2635A830-5207-8A6E-ED48-E46341744290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7338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3071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52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n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4442F-F25A-CABD-BB2D-1FCEC0C4777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472183"/>
            <a:ext cx="7886700" cy="4708835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ide bar">
            <a:extLst>
              <a:ext uri="{FF2B5EF4-FFF2-40B4-BE49-F238E27FC236}">
                <a16:creationId xmlns:a16="http://schemas.microsoft.com/office/drawing/2014/main" id="{ACF72640-2438-617A-B3B6-793B02C5E427}"/>
              </a:ext>
            </a:extLst>
          </p:cNvPr>
          <p:cNvSpPr txBox="1">
            <a:spLocks/>
          </p:cNvSpPr>
          <p:nvPr userDrawn="1"/>
        </p:nvSpPr>
        <p:spPr>
          <a:xfrm>
            <a:off x="-1523" y="0"/>
            <a:ext cx="3162300" cy="6858000"/>
          </a:xfrm>
          <a:prstGeom prst="rect">
            <a:avLst/>
          </a:prstGeom>
          <a:gradFill>
            <a:gsLst>
              <a:gs pos="95000">
                <a:schemeClr val="accent3"/>
              </a:gs>
              <a:gs pos="0">
                <a:schemeClr val="accent6"/>
              </a:gs>
            </a:gsLst>
            <a:lin ang="78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>
            <a:lvl1pPr marL="0" marR="0" indent="0" algn="l" defTabSz="914258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600" b="0" i="0" kern="1200" cap="none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b="0" i="0">
              <a:latin typeface="DT Flow Medium" pitchFamily="2" charset="77"/>
            </a:endParaRPr>
          </a:p>
        </p:txBody>
      </p:sp>
      <p:sp>
        <p:nvSpPr>
          <p:cNvPr id="12" name="menu item 4">
            <a:extLst>
              <a:ext uri="{FF2B5EF4-FFF2-40B4-BE49-F238E27FC236}">
                <a16:creationId xmlns:a16="http://schemas.microsoft.com/office/drawing/2014/main" id="{3F776CFF-E908-6BE0-7DB8-FC77FCAA6A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53" y="4962127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Menu item 4</a:t>
            </a:r>
          </a:p>
        </p:txBody>
      </p:sp>
      <p:sp>
        <p:nvSpPr>
          <p:cNvPr id="11" name="menu item 3">
            <a:extLst>
              <a:ext uri="{FF2B5EF4-FFF2-40B4-BE49-F238E27FC236}">
                <a16:creationId xmlns:a16="http://schemas.microsoft.com/office/drawing/2014/main" id="{1951062A-6C0A-393A-0A25-1A2F5DDD48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453" y="3857969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8" name="menu item 2">
            <a:extLst>
              <a:ext uri="{FF2B5EF4-FFF2-40B4-BE49-F238E27FC236}">
                <a16:creationId xmlns:a16="http://schemas.microsoft.com/office/drawing/2014/main" id="{4D7435F3-1B4A-2AFD-8F73-B999F1C834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453" y="2753811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Menu item 2</a:t>
            </a:r>
          </a:p>
        </p:txBody>
      </p:sp>
      <p:sp>
        <p:nvSpPr>
          <p:cNvPr id="6" name="menu item 1">
            <a:extLst>
              <a:ext uri="{FF2B5EF4-FFF2-40B4-BE49-F238E27FC236}">
                <a16:creationId xmlns:a16="http://schemas.microsoft.com/office/drawing/2014/main" id="{3658E24F-A8C4-F1B6-C281-7AECD306B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453" y="1649653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lang="en-US" sz="1600" b="0" i="0" kern="1200" spc="0" baseline="0">
                <a:solidFill>
                  <a:schemeClr val="bg1">
                    <a:alpha val="30000"/>
                  </a:schemeClr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73DDA9A-48FD-B769-8F9C-096536F66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73278"/>
            <a:ext cx="7889748" cy="569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5E0909-C4EF-1BFE-BCEF-729086DC43AE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7" name="line">
              <a:extLst>
                <a:ext uri="{FF2B5EF4-FFF2-40B4-BE49-F238E27FC236}">
                  <a16:creationId xmlns:a16="http://schemas.microsoft.com/office/drawing/2014/main" id="{169B5B87-3552-A5BF-01D4-5AACE30C40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logo">
              <a:extLst>
                <a:ext uri="{FF2B5EF4-FFF2-40B4-BE49-F238E27FC236}">
                  <a16:creationId xmlns:a16="http://schemas.microsoft.com/office/drawing/2014/main" id="{A891C76B-C40A-D1B5-95FC-002B7F1E02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14" name="divider">
            <a:extLst>
              <a:ext uri="{FF2B5EF4-FFF2-40B4-BE49-F238E27FC236}">
                <a16:creationId xmlns:a16="http://schemas.microsoft.com/office/drawing/2014/main" id="{086DB994-A4B9-11C2-B2CB-473E53E51AE1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7338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3159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5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nu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B3D5C0C-A269-299B-4CE5-7DCB77D5A00B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472184"/>
            <a:ext cx="7886700" cy="470916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ide bar">
            <a:extLst>
              <a:ext uri="{FF2B5EF4-FFF2-40B4-BE49-F238E27FC236}">
                <a16:creationId xmlns:a16="http://schemas.microsoft.com/office/drawing/2014/main" id="{ACF72640-2438-617A-B3B6-793B02C5E427}"/>
              </a:ext>
            </a:extLst>
          </p:cNvPr>
          <p:cNvSpPr txBox="1">
            <a:spLocks/>
          </p:cNvSpPr>
          <p:nvPr userDrawn="1"/>
        </p:nvSpPr>
        <p:spPr>
          <a:xfrm>
            <a:off x="-1523" y="0"/>
            <a:ext cx="3162300" cy="6858000"/>
          </a:xfrm>
          <a:prstGeom prst="rect">
            <a:avLst/>
          </a:prstGeom>
          <a:gradFill>
            <a:gsLst>
              <a:gs pos="95000">
                <a:schemeClr val="accent3"/>
              </a:gs>
              <a:gs pos="0">
                <a:schemeClr val="accent6"/>
              </a:gs>
            </a:gsLst>
            <a:lin ang="78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>
            <a:lvl1pPr marL="0" marR="0" indent="0" algn="l" defTabSz="914258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600" b="0" i="0" kern="1200" cap="none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b="0" i="0">
              <a:latin typeface="DT Flow Medium" pitchFamily="2" charset="77"/>
            </a:endParaRPr>
          </a:p>
        </p:txBody>
      </p:sp>
      <p:sp>
        <p:nvSpPr>
          <p:cNvPr id="12" name="menu item 4">
            <a:extLst>
              <a:ext uri="{FF2B5EF4-FFF2-40B4-BE49-F238E27FC236}">
                <a16:creationId xmlns:a16="http://schemas.microsoft.com/office/drawing/2014/main" id="{3F776CFF-E908-6BE0-7DB8-FC77FCAA6A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53" y="4962127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Menu item 4</a:t>
            </a:r>
          </a:p>
        </p:txBody>
      </p:sp>
      <p:sp>
        <p:nvSpPr>
          <p:cNvPr id="11" name="menu item 3">
            <a:extLst>
              <a:ext uri="{FF2B5EF4-FFF2-40B4-BE49-F238E27FC236}">
                <a16:creationId xmlns:a16="http://schemas.microsoft.com/office/drawing/2014/main" id="{1951062A-6C0A-393A-0A25-1A2F5DDD48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453" y="3857969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Menu item 3</a:t>
            </a:r>
          </a:p>
        </p:txBody>
      </p:sp>
      <p:sp>
        <p:nvSpPr>
          <p:cNvPr id="8" name="menu item 2">
            <a:extLst>
              <a:ext uri="{FF2B5EF4-FFF2-40B4-BE49-F238E27FC236}">
                <a16:creationId xmlns:a16="http://schemas.microsoft.com/office/drawing/2014/main" id="{4D7435F3-1B4A-2AFD-8F73-B999F1C834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453" y="2753811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Menu item 2</a:t>
            </a:r>
          </a:p>
        </p:txBody>
      </p:sp>
      <p:sp>
        <p:nvSpPr>
          <p:cNvPr id="6" name="menu item 1">
            <a:extLst>
              <a:ext uri="{FF2B5EF4-FFF2-40B4-BE49-F238E27FC236}">
                <a16:creationId xmlns:a16="http://schemas.microsoft.com/office/drawing/2014/main" id="{3658E24F-A8C4-F1B6-C281-7AECD306B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453" y="1649653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lang="en-US" sz="1600" b="0" i="0" kern="1200" spc="0" baseline="0">
                <a:solidFill>
                  <a:schemeClr val="bg1">
                    <a:alpha val="30000"/>
                  </a:schemeClr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C7E3137-5F89-112B-AE4F-DF46D969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73278"/>
            <a:ext cx="7889748" cy="569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21A3DEE-DC50-1BF6-1807-7B9CBC4794A6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9" name="line">
              <a:extLst>
                <a:ext uri="{FF2B5EF4-FFF2-40B4-BE49-F238E27FC236}">
                  <a16:creationId xmlns:a16="http://schemas.microsoft.com/office/drawing/2014/main" id="{B15ABF44-6422-ED50-F43E-0D8407D4396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logo">
              <a:extLst>
                <a:ext uri="{FF2B5EF4-FFF2-40B4-BE49-F238E27FC236}">
                  <a16:creationId xmlns:a16="http://schemas.microsoft.com/office/drawing/2014/main" id="{7BFF2E95-7132-E8CF-9F19-F9D1DEBCE5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13" name="divider">
            <a:extLst>
              <a:ext uri="{FF2B5EF4-FFF2-40B4-BE49-F238E27FC236}">
                <a16:creationId xmlns:a16="http://schemas.microsoft.com/office/drawing/2014/main" id="{5E01BC67-CD6D-EFCB-CC51-A9590C04A9B5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7338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77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52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nu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8F08D-35DE-989B-A08D-DAF7ECAEC8D3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89B1989-8B2D-2967-3D1F-BFEF58D8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472184"/>
            <a:ext cx="7886700" cy="4709160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ide bar">
            <a:extLst>
              <a:ext uri="{FF2B5EF4-FFF2-40B4-BE49-F238E27FC236}">
                <a16:creationId xmlns:a16="http://schemas.microsoft.com/office/drawing/2014/main" id="{ACF72640-2438-617A-B3B6-793B02C5E427}"/>
              </a:ext>
            </a:extLst>
          </p:cNvPr>
          <p:cNvSpPr txBox="1">
            <a:spLocks/>
          </p:cNvSpPr>
          <p:nvPr userDrawn="1"/>
        </p:nvSpPr>
        <p:spPr>
          <a:xfrm>
            <a:off x="-1523" y="0"/>
            <a:ext cx="3162300" cy="6858000"/>
          </a:xfrm>
          <a:prstGeom prst="rect">
            <a:avLst/>
          </a:prstGeom>
          <a:gradFill>
            <a:gsLst>
              <a:gs pos="95000">
                <a:schemeClr val="accent3"/>
              </a:gs>
              <a:gs pos="0">
                <a:schemeClr val="accent6"/>
              </a:gs>
            </a:gsLst>
            <a:lin ang="78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>
            <a:lvl1pPr marL="0" marR="0" indent="0" algn="l" defTabSz="914258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600" b="0" i="0" kern="1200" cap="none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b="0" i="0">
              <a:latin typeface="DT Flow Medium" pitchFamily="2" charset="77"/>
            </a:endParaRPr>
          </a:p>
        </p:txBody>
      </p:sp>
      <p:sp>
        <p:nvSpPr>
          <p:cNvPr id="12" name="menu item 4">
            <a:extLst>
              <a:ext uri="{FF2B5EF4-FFF2-40B4-BE49-F238E27FC236}">
                <a16:creationId xmlns:a16="http://schemas.microsoft.com/office/drawing/2014/main" id="{3F776CFF-E908-6BE0-7DB8-FC77FCAA6A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8453" y="4962127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Menu item 4</a:t>
            </a:r>
          </a:p>
        </p:txBody>
      </p:sp>
      <p:sp>
        <p:nvSpPr>
          <p:cNvPr id="11" name="menu item 3">
            <a:extLst>
              <a:ext uri="{FF2B5EF4-FFF2-40B4-BE49-F238E27FC236}">
                <a16:creationId xmlns:a16="http://schemas.microsoft.com/office/drawing/2014/main" id="{1951062A-6C0A-393A-0A25-1A2F5DDD48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453" y="3857969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Menu item 3</a:t>
            </a:r>
          </a:p>
        </p:txBody>
      </p:sp>
      <p:sp>
        <p:nvSpPr>
          <p:cNvPr id="8" name="menu item 2">
            <a:extLst>
              <a:ext uri="{FF2B5EF4-FFF2-40B4-BE49-F238E27FC236}">
                <a16:creationId xmlns:a16="http://schemas.microsoft.com/office/drawing/2014/main" id="{4D7435F3-1B4A-2AFD-8F73-B999F1C834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453" y="2753811"/>
            <a:ext cx="2022348" cy="246221"/>
          </a:xfrm>
          <a:ln>
            <a:noFill/>
          </a:ln>
        </p:spPr>
        <p:txBody>
          <a:bodyPr vert="horz" wrap="square" lIns="27432" tIns="0" rIns="27432" bIns="0" rtlCol="0" anchor="ctr">
            <a:spAutoFit/>
          </a:bodyPr>
          <a:lstStyle>
            <a:lvl1pPr marL="0" indent="0">
              <a:buNone/>
              <a:defRPr lang="en-US" sz="1600" b="0" i="0">
                <a:solidFill>
                  <a:schemeClr val="bg1">
                    <a:alpha val="30000"/>
                  </a:schemeClr>
                </a:solidFill>
                <a:latin typeface="+mn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Menu item 2</a:t>
            </a:r>
          </a:p>
        </p:txBody>
      </p:sp>
      <p:sp>
        <p:nvSpPr>
          <p:cNvPr id="6" name="menu item 1">
            <a:extLst>
              <a:ext uri="{FF2B5EF4-FFF2-40B4-BE49-F238E27FC236}">
                <a16:creationId xmlns:a16="http://schemas.microsoft.com/office/drawing/2014/main" id="{3658E24F-A8C4-F1B6-C281-7AECD306B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453" y="1649653"/>
            <a:ext cx="2022348" cy="246221"/>
          </a:xfrm>
          <a:ln>
            <a:noFill/>
          </a:ln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lang="en-US" sz="1600" b="0" i="0" kern="1200" spc="0" baseline="0">
                <a:solidFill>
                  <a:schemeClr val="bg1">
                    <a:alpha val="30000"/>
                  </a:schemeClr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7575160-9067-D5AA-8223-78E0EB08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73278"/>
            <a:ext cx="7889748" cy="569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B52362-C735-9A02-7482-C4231394CCD5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rgbClr val="6F747F"/>
          </a:solidFill>
        </p:grpSpPr>
        <p:cxnSp>
          <p:nvCxnSpPr>
            <p:cNvPr id="10" name="line">
              <a:extLst>
                <a:ext uri="{FF2B5EF4-FFF2-40B4-BE49-F238E27FC236}">
                  <a16:creationId xmlns:a16="http://schemas.microsoft.com/office/drawing/2014/main" id="{C9E406AA-D2B5-6557-5592-4F96361C7E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rgbClr val="6F747F">
                  <a:alpha val="3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logo">
              <a:extLst>
                <a:ext uri="{FF2B5EF4-FFF2-40B4-BE49-F238E27FC236}">
                  <a16:creationId xmlns:a16="http://schemas.microsoft.com/office/drawing/2014/main" id="{B45BB3C9-9638-9C57-1E4C-AAB2BBACDA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14" name="divider">
            <a:extLst>
              <a:ext uri="{FF2B5EF4-FFF2-40B4-BE49-F238E27FC236}">
                <a16:creationId xmlns:a16="http://schemas.microsoft.com/office/drawing/2014/main" id="{85316A0F-97F1-411D-9D37-CC190587955F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733800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6627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52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415" y="2057400"/>
            <a:ext cx="5410803" cy="3041048"/>
          </a:xfrm>
          <a:prstGeom prst="roundRect">
            <a:avLst>
              <a:gd name="adj" fmla="val 2890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500" y="2057400"/>
            <a:ext cx="5409422" cy="3041048"/>
          </a:xfrm>
          <a:prstGeom prst="roundRect">
            <a:avLst>
              <a:gd name="adj" fmla="val 2890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8081B6-6727-7152-3104-F7859E48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27FFA-19BD-D6B9-B653-883B5F82BFC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94849EA-58E9-B075-CF28-5B7310116942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8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25145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416" y="1247180"/>
            <a:ext cx="4470284" cy="2512446"/>
          </a:xfrm>
          <a:prstGeom prst="roundRect">
            <a:avLst>
              <a:gd name="adj" fmla="val 349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511300" y="1246910"/>
            <a:ext cx="4469622" cy="2512715"/>
          </a:xfrm>
          <a:prstGeom prst="roundRect">
            <a:avLst>
              <a:gd name="adj" fmla="val 3497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image 4">
            <a:extLst>
              <a:ext uri="{FF2B5EF4-FFF2-40B4-BE49-F238E27FC236}">
                <a16:creationId xmlns:a16="http://schemas.microsoft.com/office/drawing/2014/main" id="{B4F907FE-98F4-AF57-4C6D-A7B11B06FB5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210416" y="3988218"/>
            <a:ext cx="4470284" cy="2512446"/>
          </a:xfrm>
          <a:prstGeom prst="roundRect">
            <a:avLst>
              <a:gd name="adj" fmla="val 349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3" name="image 3">
            <a:extLst>
              <a:ext uri="{FF2B5EF4-FFF2-40B4-BE49-F238E27FC236}">
                <a16:creationId xmlns:a16="http://schemas.microsoft.com/office/drawing/2014/main" id="{45B6E02D-A8C2-68E8-46B2-08D5C3BA6B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511300" y="3988217"/>
            <a:ext cx="4469621" cy="2512714"/>
          </a:xfrm>
          <a:prstGeom prst="roundRect">
            <a:avLst>
              <a:gd name="adj" fmla="val 3497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8081B6-6727-7152-3104-F7859E48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F0BD3-30B8-2F6A-0CDC-E484E45E59C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009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 3">
            <a:extLst>
              <a:ext uri="{FF2B5EF4-FFF2-40B4-BE49-F238E27FC236}">
                <a16:creationId xmlns:a16="http://schemas.microsoft.com/office/drawing/2014/main" id="{2E9CFE60-37B1-85B8-E800-A1EB45291D0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89636" y="1851788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image 2">
            <a:extLst>
              <a:ext uri="{FF2B5EF4-FFF2-40B4-BE49-F238E27FC236}">
                <a16:creationId xmlns:a16="http://schemas.microsoft.com/office/drawing/2014/main" id="{6E3D1B30-5F5D-96D6-BE6F-42EA329D94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30757" y="1851788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image 1">
            <a:extLst>
              <a:ext uri="{FF2B5EF4-FFF2-40B4-BE49-F238E27FC236}">
                <a16:creationId xmlns:a16="http://schemas.microsoft.com/office/drawing/2014/main" id="{CC5FCCE1-3683-530D-0EEF-8FDFE79EAB9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2" y="1851787"/>
            <a:ext cx="3529584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4" name="image 6">
            <a:extLst>
              <a:ext uri="{FF2B5EF4-FFF2-40B4-BE49-F238E27FC236}">
                <a16:creationId xmlns:a16="http://schemas.microsoft.com/office/drawing/2014/main" id="{BD54CE37-86C4-858E-4B21-389FFA5CDC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9636" y="4064628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B4F907FE-98F4-AF57-4C6D-A7B11B06FB5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0757" y="4064628"/>
            <a:ext cx="3530485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3" name="image 4">
            <a:extLst>
              <a:ext uri="{FF2B5EF4-FFF2-40B4-BE49-F238E27FC236}">
                <a16:creationId xmlns:a16="http://schemas.microsoft.com/office/drawing/2014/main" id="{45B6E02D-A8C2-68E8-46B2-08D5C3BA6B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1482" y="4064627"/>
            <a:ext cx="3529584" cy="1984248"/>
          </a:xfrm>
          <a:prstGeom prst="roundRect">
            <a:avLst>
              <a:gd name="adj" fmla="val 4429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8081B6-6727-7152-3104-F7859E48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C5857-CE79-D03C-C134-100F02557A2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6B5487E2-5FD5-41FD-43D8-47EDEF96D3E6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1644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 4">
            <a:extLst>
              <a:ext uri="{FF2B5EF4-FFF2-40B4-BE49-F238E27FC236}">
                <a16:creationId xmlns:a16="http://schemas.microsoft.com/office/drawing/2014/main" id="{BCA85D12-8BF2-F652-B758-E32598A9513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29702" y="1856232"/>
            <a:ext cx="2587752" cy="1984248"/>
          </a:xfrm>
          <a:prstGeom prst="roundRect">
            <a:avLst>
              <a:gd name="adj" fmla="val 4413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image 3">
            <a:extLst>
              <a:ext uri="{FF2B5EF4-FFF2-40B4-BE49-F238E27FC236}">
                <a16:creationId xmlns:a16="http://schemas.microsoft.com/office/drawing/2014/main" id="{AA4F341F-39D1-2B4F-4AB4-EB36B3DCD1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0295" y="1856232"/>
            <a:ext cx="25877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9" name="image 2">
            <a:extLst>
              <a:ext uri="{FF2B5EF4-FFF2-40B4-BE49-F238E27FC236}">
                <a16:creationId xmlns:a16="http://schemas.microsoft.com/office/drawing/2014/main" id="{36D0C75C-49F0-BFA1-BA3D-FE0FE4401EC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90889" y="1856232"/>
            <a:ext cx="2587752" cy="1984248"/>
          </a:xfrm>
          <a:prstGeom prst="roundRect">
            <a:avLst>
              <a:gd name="adj" fmla="val 4415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0E483506-6102-0B79-C4C2-D3EE45367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483" y="1856232"/>
            <a:ext cx="2587752" cy="1984248"/>
          </a:xfrm>
          <a:prstGeom prst="roundRect">
            <a:avLst>
              <a:gd name="adj" fmla="val 4408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7" name="image 8">
            <a:extLst>
              <a:ext uri="{FF2B5EF4-FFF2-40B4-BE49-F238E27FC236}">
                <a16:creationId xmlns:a16="http://schemas.microsoft.com/office/drawing/2014/main" id="{89DD4768-7D59-ABF0-3DE1-18E71184835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030602" y="4066071"/>
            <a:ext cx="25868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6" name="image 7">
            <a:extLst>
              <a:ext uri="{FF2B5EF4-FFF2-40B4-BE49-F238E27FC236}">
                <a16:creationId xmlns:a16="http://schemas.microsoft.com/office/drawing/2014/main" id="{6FFECD95-A5B8-1948-7FA6-6534E85BC5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0895" y="4066071"/>
            <a:ext cx="25868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image 6">
            <a:extLst>
              <a:ext uri="{FF2B5EF4-FFF2-40B4-BE49-F238E27FC236}">
                <a16:creationId xmlns:a16="http://schemas.microsoft.com/office/drawing/2014/main" id="{8CCED49C-930A-B9B9-AFD6-A952CD5F658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391189" y="4066071"/>
            <a:ext cx="25868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2" name="image 5">
            <a:extLst>
              <a:ext uri="{FF2B5EF4-FFF2-40B4-BE49-F238E27FC236}">
                <a16:creationId xmlns:a16="http://schemas.microsoft.com/office/drawing/2014/main" id="{FF0C0B84-60F5-BC0E-DA2C-8240AAAEC33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71483" y="4066071"/>
            <a:ext cx="2586852" cy="1984248"/>
          </a:xfrm>
          <a:prstGeom prst="roundRect">
            <a:avLst>
              <a:gd name="adj" fmla="val 4414"/>
            </a:avLst>
          </a:prstGeom>
          <a:noFill/>
          <a:ln w="15875">
            <a:noFill/>
            <a:miter lim="800000"/>
          </a:ln>
          <a:effectLst>
            <a:outerShdw blurRad="304800" dist="177800" dir="5400000" algn="t" rotWithShape="0">
              <a:prstClr val="black">
                <a:alpha val="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8081B6-6727-7152-3104-F7859E48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21500-533C-83BC-7C89-34826BF03B2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F6B3A7DD-D7CB-7C1A-6108-B53A71D2147A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03466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2">
            <a:extLst>
              <a:ext uri="{FF2B5EF4-FFF2-40B4-BE49-F238E27FC236}">
                <a16:creationId xmlns:a16="http://schemas.microsoft.com/office/drawing/2014/main" id="{8C7418FC-ED71-5044-B8D6-682AF5FBA647}"/>
              </a:ext>
            </a:extLst>
          </p:cNvPr>
          <p:cNvSpPr>
            <a:spLocks noGrp="1" noChangeAspect="1"/>
          </p:cNvSpPr>
          <p:nvPr>
            <p:ph type="pic" sz="quarter" idx="108"/>
          </p:nvPr>
        </p:nvSpPr>
        <p:spPr>
          <a:xfrm>
            <a:off x="6210098" y="1906524"/>
            <a:ext cx="5409261" cy="3044952"/>
          </a:xfrm>
          <a:prstGeom prst="roundRect">
            <a:avLst>
              <a:gd name="adj" fmla="val 288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35" name="image 1">
            <a:extLst>
              <a:ext uri="{FF2B5EF4-FFF2-40B4-BE49-F238E27FC236}">
                <a16:creationId xmlns:a16="http://schemas.microsoft.com/office/drawing/2014/main" id="{A994FEA4-9FA4-81C6-CB46-B5A6FA89850E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71482" y="1906522"/>
            <a:ext cx="5409261" cy="3044953"/>
          </a:xfrm>
          <a:prstGeom prst="roundRect">
            <a:avLst>
              <a:gd name="adj" fmla="val 288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890CE1FE-479D-AAAB-C931-409374543E8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210097" y="5118005"/>
            <a:ext cx="5409261" cy="332399"/>
          </a:xfrm>
          <a:ln w="508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text box1">
            <a:extLst>
              <a:ext uri="{FF2B5EF4-FFF2-40B4-BE49-F238E27FC236}">
                <a16:creationId xmlns:a16="http://schemas.microsoft.com/office/drawing/2014/main" id="{596B55DA-8FDA-6C60-33A0-0BBDE2DAAB55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481" y="5118005"/>
            <a:ext cx="5409264" cy="332399"/>
          </a:xfrm>
          <a:ln w="508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D80053F-817D-C8B4-2286-B608292E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4A030-8643-4CD6-A2E0-6689AA04D108}"/>
              </a:ext>
            </a:extLst>
          </p:cNvPr>
          <p:cNvSpPr>
            <a:spLocks noGrp="1"/>
          </p:cNvSpPr>
          <p:nvPr>
            <p:ph type="sldNum" sz="quarter" idx="113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610337D-7BE4-8F9D-DE03-D5DC47786651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80129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 3">
            <a:extLst>
              <a:ext uri="{FF2B5EF4-FFF2-40B4-BE49-F238E27FC236}">
                <a16:creationId xmlns:a16="http://schemas.microsoft.com/office/drawing/2014/main" id="{E4D75DCA-A95A-F2F1-D985-13557C5310B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89636" y="2104193"/>
            <a:ext cx="3530485" cy="1985391"/>
          </a:xfrm>
          <a:prstGeom prst="roundRect">
            <a:avLst>
              <a:gd name="adj" fmla="val 442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image 2">
            <a:extLst>
              <a:ext uri="{FF2B5EF4-FFF2-40B4-BE49-F238E27FC236}">
                <a16:creationId xmlns:a16="http://schemas.microsoft.com/office/drawing/2014/main" id="{12A00573-5AEC-994D-4C82-E2178A5EA5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559" y="2104193"/>
            <a:ext cx="3530485" cy="1985391"/>
          </a:xfrm>
          <a:prstGeom prst="roundRect">
            <a:avLst>
              <a:gd name="adj" fmla="val 442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image 1">
            <a:extLst>
              <a:ext uri="{FF2B5EF4-FFF2-40B4-BE49-F238E27FC236}">
                <a16:creationId xmlns:a16="http://schemas.microsoft.com/office/drawing/2014/main" id="{45B790CE-FD83-4775-0547-6F5E2B796E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2" y="2104192"/>
            <a:ext cx="3530485" cy="1985391"/>
          </a:xfrm>
          <a:prstGeom prst="roundRect">
            <a:avLst>
              <a:gd name="adj" fmla="val 4426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70A39494-9AA0-5A89-7BC9-9D2AFC2207C7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86584" y="4249228"/>
            <a:ext cx="3528959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E77459AA-3D39-DE56-FBD3-2251E986872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29796" y="4249228"/>
            <a:ext cx="3528959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F98A2FE4-4926-F70D-303C-0FD8236A39F8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245" y="4249228"/>
            <a:ext cx="3528959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6318E2D-8690-8256-4B7B-ED6ADD3D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DCF93BC-2EB0-EEA2-FC52-4317B9E7824E}"/>
              </a:ext>
            </a:extLst>
          </p:cNvPr>
          <p:cNvSpPr>
            <a:spLocks noGrp="1"/>
          </p:cNvSpPr>
          <p:nvPr>
            <p:ph type="sldNum" sz="quarter" idx="115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D8DFB9F5-4094-FD0E-711F-749553E53333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692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4">
            <a:extLst>
              <a:ext uri="{FF2B5EF4-FFF2-40B4-BE49-F238E27FC236}">
                <a16:creationId xmlns:a16="http://schemas.microsoft.com/office/drawing/2014/main" id="{26CD4344-D941-0770-2EF3-A545BB08D0A1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>
          <a:xfrm>
            <a:off x="9030169" y="1888155"/>
            <a:ext cx="2589953" cy="2533650"/>
          </a:xfrm>
          <a:prstGeom prst="roundRect">
            <a:avLst>
              <a:gd name="adj" fmla="val 346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0" name="image 3">
            <a:extLst>
              <a:ext uri="{FF2B5EF4-FFF2-40B4-BE49-F238E27FC236}">
                <a16:creationId xmlns:a16="http://schemas.microsoft.com/office/drawing/2014/main" id="{C94F5768-521A-FC5B-2967-499758D01166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>
          <a:xfrm>
            <a:off x="6210861" y="1888155"/>
            <a:ext cx="2589953" cy="2533650"/>
          </a:xfrm>
          <a:prstGeom prst="roundRect">
            <a:avLst>
              <a:gd name="adj" fmla="val 346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9" name="image 2">
            <a:extLst>
              <a:ext uri="{FF2B5EF4-FFF2-40B4-BE49-F238E27FC236}">
                <a16:creationId xmlns:a16="http://schemas.microsoft.com/office/drawing/2014/main" id="{A89FCDA4-7206-B75B-AC90-62F0B1DE3AEE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3391553" y="1888155"/>
            <a:ext cx="2589953" cy="2533650"/>
          </a:xfrm>
          <a:prstGeom prst="roundRect">
            <a:avLst>
              <a:gd name="adj" fmla="val 346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image 1">
            <a:extLst>
              <a:ext uri="{FF2B5EF4-FFF2-40B4-BE49-F238E27FC236}">
                <a16:creationId xmlns:a16="http://schemas.microsoft.com/office/drawing/2014/main" id="{3432FEA1-661F-6826-1D29-74363DE876C7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572245" y="1888155"/>
            <a:ext cx="2589953" cy="2533650"/>
          </a:xfrm>
          <a:prstGeom prst="roundRect">
            <a:avLst>
              <a:gd name="adj" fmla="val 3468"/>
            </a:avLst>
          </a:prstGeom>
          <a:noFill/>
          <a:ln w="15875">
            <a:noFill/>
            <a:miter lim="800000"/>
          </a:ln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000" dirty="0">
                <a:noFill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7F6EF73E-79E3-FA37-4FFC-FD7D83C3116F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030169" y="4582225"/>
            <a:ext cx="2589953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E6BC1D57-297C-7B5E-93C9-B102142EB2CC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210861" y="4582225"/>
            <a:ext cx="2589953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391553" y="4582225"/>
            <a:ext cx="2589953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245" y="4582225"/>
            <a:ext cx="2589953" cy="664797"/>
          </a:xfrm>
          <a:ln w="25400">
            <a:noFill/>
            <a:miter lim="800000"/>
          </a:ln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180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686CC-E0B5-C22A-AE31-91CC506A3235}"/>
              </a:ext>
            </a:extLst>
          </p:cNvPr>
          <p:cNvSpPr>
            <a:spLocks noGrp="1"/>
          </p:cNvSpPr>
          <p:nvPr>
            <p:ph type="sldNum" sz="quarter" idx="12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AF853A6-430E-129E-EA94-48085D9B37D7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947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77225" y="1866900"/>
            <a:ext cx="353171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77093" y="4197096"/>
            <a:ext cx="3531975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77093" y="3538728"/>
            <a:ext cx="3531975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0780" y="1866900"/>
            <a:ext cx="353044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0647" y="4197096"/>
            <a:ext cx="3530706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0647" y="3538728"/>
            <a:ext cx="3530706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527" y="1866900"/>
            <a:ext cx="353044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1394" y="4197096"/>
            <a:ext cx="3530706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1394" y="3538728"/>
            <a:ext cx="3530706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6" name="title">
            <a:extLst>
              <a:ext uri="{FF2B5EF4-FFF2-40B4-BE49-F238E27FC236}">
                <a16:creationId xmlns:a16="http://schemas.microsoft.com/office/drawing/2014/main" id="{8FBCE36B-B86A-73AA-E57A-EA2707AF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45EFFE-5F27-A2C0-9A98-079111CF2E43}"/>
              </a:ext>
            </a:extLst>
          </p:cNvPr>
          <p:cNvSpPr>
            <a:spLocks noGrp="1"/>
          </p:cNvSpPr>
          <p:nvPr>
            <p:ph type="sldNum" sz="quarter" idx="136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con shape 3">
            <a:extLst>
              <a:ext uri="{FF2B5EF4-FFF2-40B4-BE49-F238E27FC236}">
                <a16:creationId xmlns:a16="http://schemas.microsoft.com/office/drawing/2014/main" id="{850E1720-0B9B-304D-280B-9DE840108DD7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 flipH="1">
            <a:off x="9374411" y="2403073"/>
            <a:ext cx="937338" cy="93734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icon shape 2">
            <a:extLst>
              <a:ext uri="{FF2B5EF4-FFF2-40B4-BE49-F238E27FC236}">
                <a16:creationId xmlns:a16="http://schemas.microsoft.com/office/drawing/2014/main" id="{20563C26-EB84-025A-7FB8-46A3F3798B16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 flipH="1">
            <a:off x="5627331" y="2403073"/>
            <a:ext cx="937338" cy="93734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icon shape 1">
            <a:extLst>
              <a:ext uri="{FF2B5EF4-FFF2-40B4-BE49-F238E27FC236}">
                <a16:creationId xmlns:a16="http://schemas.microsoft.com/office/drawing/2014/main" id="{2A6E7D05-E638-DF9F-F51C-1A3FF589A05C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 flipH="1">
            <a:off x="1868078" y="2403073"/>
            <a:ext cx="937338" cy="9373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9" name="icon 3">
            <a:extLst>
              <a:ext uri="{FF2B5EF4-FFF2-40B4-BE49-F238E27FC236}">
                <a16:creationId xmlns:a16="http://schemas.microsoft.com/office/drawing/2014/main" id="{CB186E6E-4055-72B7-66FA-CA8DA1EC145E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9547795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icon 2">
            <a:extLst>
              <a:ext uri="{FF2B5EF4-FFF2-40B4-BE49-F238E27FC236}">
                <a16:creationId xmlns:a16="http://schemas.microsoft.com/office/drawing/2014/main" id="{97AE2655-2317-ED68-725B-2D92F4A60E55}"/>
              </a:ext>
            </a:extLst>
          </p:cNvPr>
          <p:cNvSpPr>
            <a:spLocks noGrp="1" noChangeAspect="1"/>
          </p:cNvSpPr>
          <p:nvPr>
            <p:ph type="pic" sz="quarter" idx="130" hasCustomPrompt="1"/>
          </p:nvPr>
        </p:nvSpPr>
        <p:spPr>
          <a:xfrm>
            <a:off x="5800715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2" name="icon 1">
            <a:extLst>
              <a:ext uri="{FF2B5EF4-FFF2-40B4-BE49-F238E27FC236}">
                <a16:creationId xmlns:a16="http://schemas.microsoft.com/office/drawing/2014/main" id="{2D8B94B6-7847-C4D4-6F48-7B2B81A07F92}"/>
              </a:ext>
            </a:extLst>
          </p:cNvPr>
          <p:cNvSpPr>
            <a:spLocks noGrp="1" noChangeAspect="1"/>
          </p:cNvSpPr>
          <p:nvPr>
            <p:ph type="pic" sz="quarter" idx="126" hasCustomPrompt="1"/>
          </p:nvPr>
        </p:nvSpPr>
        <p:spPr>
          <a:xfrm>
            <a:off x="2041462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E8046E89-E4DE-21F4-FCFA-A980F6198CA9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9158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 card 4">
            <a:extLst>
              <a:ext uri="{FF2B5EF4-FFF2-40B4-BE49-F238E27FC236}">
                <a16:creationId xmlns:a16="http://schemas.microsoft.com/office/drawing/2014/main" id="{DF9CDDE4-8EDE-190A-9AC8-27F499C74E6C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31394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8" name="subcopy 4">
            <a:extLst>
              <a:ext uri="{FF2B5EF4-FFF2-40B4-BE49-F238E27FC236}">
                <a16:creationId xmlns:a16="http://schemas.microsoft.com/office/drawing/2014/main" id="{2D5BEF99-EA9F-D665-9F85-FE7949FBAF9B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031297" y="4199320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031297" y="3534660"/>
            <a:ext cx="2590147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>
                <a:effectLst/>
              </a:rPr>
              <a:t>Card title lorem dolor sit </a:t>
            </a:r>
            <a:r>
              <a:rPr lang="en-US" dirty="0" err="1">
                <a:effectLst/>
              </a:rPr>
              <a:t>amet</a:t>
            </a:r>
            <a:endParaRPr lang="en-US" dirty="0"/>
          </a:p>
        </p:txBody>
      </p:sp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11380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11283" y="4199320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11283" y="3534660"/>
            <a:ext cx="2590147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391415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91318" y="4199320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391318" y="3534660"/>
            <a:ext cx="2590147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2245" y="4199320"/>
            <a:ext cx="2590147" cy="535531"/>
          </a:xfrm>
          <a:ln w="25400">
            <a:noFill/>
            <a:miter lim="800000"/>
          </a:ln>
        </p:spPr>
        <p:txBody>
          <a:bodyPr wrap="square" lIns="228600" tIns="0" rIns="22860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2245" y="3534660"/>
            <a:ext cx="2590147" cy="609398"/>
          </a:xfrm>
        </p:spPr>
        <p:txBody>
          <a:bodyPr wrap="square" lIns="228600" rIns="22860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" name="icon shape 4">
            <a:extLst>
              <a:ext uri="{FF2B5EF4-FFF2-40B4-BE49-F238E27FC236}">
                <a16:creationId xmlns:a16="http://schemas.microsoft.com/office/drawing/2014/main" id="{D7336CAC-EA5D-C864-0505-BFC751B1D861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 flipH="1">
            <a:off x="9857701" y="2403073"/>
            <a:ext cx="937338" cy="93734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" name="icon shape 3">
            <a:extLst>
              <a:ext uri="{FF2B5EF4-FFF2-40B4-BE49-F238E27FC236}">
                <a16:creationId xmlns:a16="http://schemas.microsoft.com/office/drawing/2014/main" id="{DD63DE38-9A35-F3D2-02AE-272CC709E525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 flipH="1">
            <a:off x="7037687" y="2403073"/>
            <a:ext cx="937338" cy="93734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icon shape 2">
            <a:extLst>
              <a:ext uri="{FF2B5EF4-FFF2-40B4-BE49-F238E27FC236}">
                <a16:creationId xmlns:a16="http://schemas.microsoft.com/office/drawing/2014/main" id="{6DCC08E5-D15A-162C-4531-21A2CD7FE6A8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 flipH="1">
            <a:off x="4217722" y="2403073"/>
            <a:ext cx="937338" cy="93734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icon shape 1">
            <a:extLst>
              <a:ext uri="{FF2B5EF4-FFF2-40B4-BE49-F238E27FC236}">
                <a16:creationId xmlns:a16="http://schemas.microsoft.com/office/drawing/2014/main" id="{809AB416-A0EB-DEE7-0013-7EAFE6DCF1F4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 flipH="1">
            <a:off x="1398649" y="2403073"/>
            <a:ext cx="937338" cy="9373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0" name="icon 4">
            <a:extLst>
              <a:ext uri="{FF2B5EF4-FFF2-40B4-BE49-F238E27FC236}">
                <a16:creationId xmlns:a16="http://schemas.microsoft.com/office/drawing/2014/main" id="{BA841BFA-297C-756F-5FC6-4D6ED0B0A171}"/>
              </a:ext>
            </a:extLst>
          </p:cNvPr>
          <p:cNvSpPr>
            <a:spLocks noGrp="1" noChangeAspect="1"/>
          </p:cNvSpPr>
          <p:nvPr>
            <p:ph type="pic" sz="quarter" idx="138" hasCustomPrompt="1"/>
          </p:nvPr>
        </p:nvSpPr>
        <p:spPr>
          <a:xfrm>
            <a:off x="10031085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icon 3">
            <a:extLst>
              <a:ext uri="{FF2B5EF4-FFF2-40B4-BE49-F238E27FC236}">
                <a16:creationId xmlns:a16="http://schemas.microsoft.com/office/drawing/2014/main" id="{7AD67DA2-A00F-34CD-78DC-A5249A336D5B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7211071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icon 2">
            <a:extLst>
              <a:ext uri="{FF2B5EF4-FFF2-40B4-BE49-F238E27FC236}">
                <a16:creationId xmlns:a16="http://schemas.microsoft.com/office/drawing/2014/main" id="{1A3659D3-A78A-B75A-0FFA-377E638D40A4}"/>
              </a:ext>
            </a:extLst>
          </p:cNvPr>
          <p:cNvSpPr>
            <a:spLocks noGrp="1" noChangeAspect="1"/>
          </p:cNvSpPr>
          <p:nvPr>
            <p:ph type="pic" sz="quarter" idx="130" hasCustomPrompt="1"/>
          </p:nvPr>
        </p:nvSpPr>
        <p:spPr>
          <a:xfrm>
            <a:off x="4391106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icon 1">
            <a:extLst>
              <a:ext uri="{FF2B5EF4-FFF2-40B4-BE49-F238E27FC236}">
                <a16:creationId xmlns:a16="http://schemas.microsoft.com/office/drawing/2014/main" id="{09458A18-F7E9-70F7-BF0C-5C28CA01E933}"/>
              </a:ext>
            </a:extLst>
          </p:cNvPr>
          <p:cNvSpPr>
            <a:spLocks noGrp="1" noChangeAspect="1"/>
          </p:cNvSpPr>
          <p:nvPr>
            <p:ph type="pic" sz="quarter" idx="126" hasCustomPrompt="1"/>
          </p:nvPr>
        </p:nvSpPr>
        <p:spPr>
          <a:xfrm>
            <a:off x="1572033" y="2576448"/>
            <a:ext cx="590570" cy="590590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6" name="title">
            <a:extLst>
              <a:ext uri="{FF2B5EF4-FFF2-40B4-BE49-F238E27FC236}">
                <a16:creationId xmlns:a16="http://schemas.microsoft.com/office/drawing/2014/main" id="{8FBCE36B-B86A-73AA-E57A-EA2707AF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A50BCE-8013-1AAC-2541-C336E9DF9AAD}"/>
              </a:ext>
            </a:extLst>
          </p:cNvPr>
          <p:cNvSpPr>
            <a:spLocks noGrp="1"/>
          </p:cNvSpPr>
          <p:nvPr>
            <p:ph type="sldNum" sz="quarter" idx="140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540D39BB-469A-EA10-A9DA-2663A96876A5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123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rd 3">
            <a:extLst>
              <a:ext uri="{FF2B5EF4-FFF2-40B4-BE49-F238E27FC236}">
                <a16:creationId xmlns:a16="http://schemas.microsoft.com/office/drawing/2014/main" id="{378A740E-C057-EC53-5268-58BD2F74A55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92948" y="159799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29" name="card 2">
            <a:extLst>
              <a:ext uri="{FF2B5EF4-FFF2-40B4-BE49-F238E27FC236}">
                <a16:creationId xmlns:a16="http://schemas.microsoft.com/office/drawing/2014/main" id="{168186FB-FE89-204E-D28C-CBF97720B9D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2224" y="159799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11" name="card 1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4548" y="159799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45" name="card 6">
            <a:extLst>
              <a:ext uri="{FF2B5EF4-FFF2-40B4-BE49-F238E27FC236}">
                <a16:creationId xmlns:a16="http://schemas.microsoft.com/office/drawing/2014/main" id="{DC491AA1-AC4E-7630-32DF-A5146409C5FB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8092948" y="405640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41" name="card 5">
            <a:extLst>
              <a:ext uri="{FF2B5EF4-FFF2-40B4-BE49-F238E27FC236}">
                <a16:creationId xmlns:a16="http://schemas.microsoft.com/office/drawing/2014/main" id="{C9F3B2F0-3EAD-DF69-CC69-8C3F7B2330D9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332224" y="405640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7" name="card 4">
            <a:extLst>
              <a:ext uri="{FF2B5EF4-FFF2-40B4-BE49-F238E27FC236}">
                <a16:creationId xmlns:a16="http://schemas.microsoft.com/office/drawing/2014/main" id="{DF9CDDE4-8EDE-190A-9AC8-27F499C74E6C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574548" y="405640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chemeClr val="tx2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92948" y="3059118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92948" y="2715034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2224" y="3059118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2224" y="2715034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3059118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2715034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46" name="subcopy 6">
            <a:extLst>
              <a:ext uri="{FF2B5EF4-FFF2-40B4-BE49-F238E27FC236}">
                <a16:creationId xmlns:a16="http://schemas.microsoft.com/office/drawing/2014/main" id="{FFE2FA29-C194-E03B-8FA3-37E266B5F0D3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8092948" y="5517526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47" name="header 6">
            <a:extLst>
              <a:ext uri="{FF2B5EF4-FFF2-40B4-BE49-F238E27FC236}">
                <a16:creationId xmlns:a16="http://schemas.microsoft.com/office/drawing/2014/main" id="{7D28A5C1-729A-6AFD-D31C-ABD6005362E5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092948" y="5173442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42" name="subcopy 5">
            <a:extLst>
              <a:ext uri="{FF2B5EF4-FFF2-40B4-BE49-F238E27FC236}">
                <a16:creationId xmlns:a16="http://schemas.microsoft.com/office/drawing/2014/main" id="{D6E03BB6-A9B3-C5B2-D000-284627E0A10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4332224" y="5517526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43" name="header 5">
            <a:extLst>
              <a:ext uri="{FF2B5EF4-FFF2-40B4-BE49-F238E27FC236}">
                <a16:creationId xmlns:a16="http://schemas.microsoft.com/office/drawing/2014/main" id="{6AD73A66-886C-F709-1753-18BA1746D16F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4332224" y="5173442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38" name="subcopy 4">
            <a:extLst>
              <a:ext uri="{FF2B5EF4-FFF2-40B4-BE49-F238E27FC236}">
                <a16:creationId xmlns:a16="http://schemas.microsoft.com/office/drawing/2014/main" id="{2D5BEF99-EA9F-D665-9F85-FE7949FBAF9B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574548" y="5517526"/>
            <a:ext cx="3527552" cy="5078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1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574548" y="5173442"/>
            <a:ext cx="3527552" cy="304699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1800" b="0" i="0">
                <a:latin typeface="+mj-lt"/>
              </a:defRPr>
            </a:lvl1pPr>
          </a:lstStyle>
          <a:p>
            <a:pPr lvl="0"/>
            <a:r>
              <a:rPr lang="en-US" dirty="0"/>
              <a:t>Card title lorem</a:t>
            </a:r>
          </a:p>
        </p:txBody>
      </p:sp>
      <p:sp>
        <p:nvSpPr>
          <p:cNvPr id="12" name="icon shape 6">
            <a:extLst>
              <a:ext uri="{FF2B5EF4-FFF2-40B4-BE49-F238E27FC236}">
                <a16:creationId xmlns:a16="http://schemas.microsoft.com/office/drawing/2014/main" id="{C179CBFA-E567-FDE2-ED91-E0F4A4671C51}"/>
              </a:ext>
            </a:extLst>
          </p:cNvPr>
          <p:cNvSpPr>
            <a:spLocks noGrp="1"/>
          </p:cNvSpPr>
          <p:nvPr>
            <p:ph type="body" sz="quarter" idx="153" hasCustomPrompt="1"/>
          </p:nvPr>
        </p:nvSpPr>
        <p:spPr>
          <a:xfrm flipH="1">
            <a:off x="9480672" y="4319915"/>
            <a:ext cx="752104" cy="75210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0" name="icon shape 5">
            <a:extLst>
              <a:ext uri="{FF2B5EF4-FFF2-40B4-BE49-F238E27FC236}">
                <a16:creationId xmlns:a16="http://schemas.microsoft.com/office/drawing/2014/main" id="{042E38D5-A3FD-E72A-165B-82B8535D7EF7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 flipH="1">
            <a:off x="5719948" y="4319915"/>
            <a:ext cx="752104" cy="7521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" name="icon shape 4">
            <a:extLst>
              <a:ext uri="{FF2B5EF4-FFF2-40B4-BE49-F238E27FC236}">
                <a16:creationId xmlns:a16="http://schemas.microsoft.com/office/drawing/2014/main" id="{AD257D83-FE8B-D3DF-25AB-E04B10DFF979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 flipH="1">
            <a:off x="1962272" y="4319915"/>
            <a:ext cx="752104" cy="75210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icon shape 3">
            <a:extLst>
              <a:ext uri="{FF2B5EF4-FFF2-40B4-BE49-F238E27FC236}">
                <a16:creationId xmlns:a16="http://schemas.microsoft.com/office/drawing/2014/main" id="{A8257C06-C08C-BB17-015A-ECB12247BA27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 flipH="1">
            <a:off x="9480672" y="1861507"/>
            <a:ext cx="752104" cy="75210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icon shape 2">
            <a:extLst>
              <a:ext uri="{FF2B5EF4-FFF2-40B4-BE49-F238E27FC236}">
                <a16:creationId xmlns:a16="http://schemas.microsoft.com/office/drawing/2014/main" id="{836EC2BA-1957-04DB-D56E-A73745EF8E7D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 flipH="1">
            <a:off x="5719948" y="1861507"/>
            <a:ext cx="752104" cy="75210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9" name="icon shape 1">
            <a:extLst>
              <a:ext uri="{FF2B5EF4-FFF2-40B4-BE49-F238E27FC236}">
                <a16:creationId xmlns:a16="http://schemas.microsoft.com/office/drawing/2014/main" id="{B944B822-1172-BDC4-D0CD-C11FD4FA6C9B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 flipH="1">
            <a:off x="1962272" y="1861507"/>
            <a:ext cx="752104" cy="7521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8" name="icon 6">
            <a:extLst>
              <a:ext uri="{FF2B5EF4-FFF2-40B4-BE49-F238E27FC236}">
                <a16:creationId xmlns:a16="http://schemas.microsoft.com/office/drawing/2014/main" id="{55B11C47-04F9-0606-8505-A70122FEF182}"/>
              </a:ext>
            </a:extLst>
          </p:cNvPr>
          <p:cNvSpPr>
            <a:spLocks noGrp="1" noChangeAspect="1"/>
          </p:cNvSpPr>
          <p:nvPr>
            <p:ph type="pic" sz="quarter" idx="146" hasCustomPrompt="1"/>
          </p:nvPr>
        </p:nvSpPr>
        <p:spPr>
          <a:xfrm>
            <a:off x="9621190" y="4460428"/>
            <a:ext cx="471068" cy="471082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0" name="icon 4">
            <a:extLst>
              <a:ext uri="{FF2B5EF4-FFF2-40B4-BE49-F238E27FC236}">
                <a16:creationId xmlns:a16="http://schemas.microsoft.com/office/drawing/2014/main" id="{BA841BFA-297C-756F-5FC6-4D6ED0B0A171}"/>
              </a:ext>
            </a:extLst>
          </p:cNvPr>
          <p:cNvSpPr>
            <a:spLocks noGrp="1" noChangeAspect="1"/>
          </p:cNvSpPr>
          <p:nvPr>
            <p:ph type="pic" sz="quarter" idx="138" hasCustomPrompt="1"/>
          </p:nvPr>
        </p:nvSpPr>
        <p:spPr>
          <a:xfrm>
            <a:off x="2102790" y="4460428"/>
            <a:ext cx="471068" cy="471082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4" name="icon 5">
            <a:extLst>
              <a:ext uri="{FF2B5EF4-FFF2-40B4-BE49-F238E27FC236}">
                <a16:creationId xmlns:a16="http://schemas.microsoft.com/office/drawing/2014/main" id="{AF35BB42-F69C-5FC2-AB44-FFB8F754EF08}"/>
              </a:ext>
            </a:extLst>
          </p:cNvPr>
          <p:cNvSpPr>
            <a:spLocks noGrp="1" noChangeAspect="1"/>
          </p:cNvSpPr>
          <p:nvPr>
            <p:ph type="pic" sz="quarter" idx="142" hasCustomPrompt="1"/>
          </p:nvPr>
        </p:nvSpPr>
        <p:spPr>
          <a:xfrm>
            <a:off x="5860466" y="4460428"/>
            <a:ext cx="471068" cy="471082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icon 3">
            <a:extLst>
              <a:ext uri="{FF2B5EF4-FFF2-40B4-BE49-F238E27FC236}">
                <a16:creationId xmlns:a16="http://schemas.microsoft.com/office/drawing/2014/main" id="{7AD67DA2-A00F-34CD-78DC-A5249A336D5B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9621198" y="2002026"/>
            <a:ext cx="471054" cy="471068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icon 2">
            <a:extLst>
              <a:ext uri="{FF2B5EF4-FFF2-40B4-BE49-F238E27FC236}">
                <a16:creationId xmlns:a16="http://schemas.microsoft.com/office/drawing/2014/main" id="{1A3659D3-A78A-B75A-0FFA-377E638D40A4}"/>
              </a:ext>
            </a:extLst>
          </p:cNvPr>
          <p:cNvSpPr>
            <a:spLocks noGrp="1" noChangeAspect="1"/>
          </p:cNvSpPr>
          <p:nvPr>
            <p:ph type="pic" sz="quarter" idx="130" hasCustomPrompt="1"/>
          </p:nvPr>
        </p:nvSpPr>
        <p:spPr>
          <a:xfrm>
            <a:off x="5860474" y="2002026"/>
            <a:ext cx="471054" cy="471068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icon 1">
            <a:extLst>
              <a:ext uri="{FF2B5EF4-FFF2-40B4-BE49-F238E27FC236}">
                <a16:creationId xmlns:a16="http://schemas.microsoft.com/office/drawing/2014/main" id="{09458A18-F7E9-70F7-BF0C-5C28CA01E933}"/>
              </a:ext>
            </a:extLst>
          </p:cNvPr>
          <p:cNvSpPr>
            <a:spLocks noGrp="1" noChangeAspect="1"/>
          </p:cNvSpPr>
          <p:nvPr>
            <p:ph type="pic" sz="quarter" idx="126" hasCustomPrompt="1"/>
          </p:nvPr>
        </p:nvSpPr>
        <p:spPr>
          <a:xfrm>
            <a:off x="2102798" y="2002026"/>
            <a:ext cx="471054" cy="471068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8066AA52-FA2B-2037-1638-778F7F80EC56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9494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ard 2">
            <a:extLst>
              <a:ext uri="{FF2B5EF4-FFF2-40B4-BE49-F238E27FC236}">
                <a16:creationId xmlns:a16="http://schemas.microsoft.com/office/drawing/2014/main" id="{A3966493-45B3-0D40-32EA-050C354DFB3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210300" y="1866900"/>
            <a:ext cx="5398440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8" name="card 1">
            <a:extLst>
              <a:ext uri="{FF2B5EF4-FFF2-40B4-BE49-F238E27FC236}">
                <a16:creationId xmlns:a16="http://schemas.microsoft.com/office/drawing/2014/main" id="{DED601D2-EF24-4B19-E425-A9B6AA1D99CD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527" y="1866900"/>
            <a:ext cx="5398440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9" name="subcopy 2">
            <a:extLst>
              <a:ext uri="{FF2B5EF4-FFF2-40B4-BE49-F238E27FC236}">
                <a16:creationId xmlns:a16="http://schemas.microsoft.com/office/drawing/2014/main" id="{DE91BB11-8060-6934-D1F9-59330E996A3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211744" y="3664527"/>
            <a:ext cx="5394022" cy="267766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0" name="header 2">
            <a:extLst>
              <a:ext uri="{FF2B5EF4-FFF2-40B4-BE49-F238E27FC236}">
                <a16:creationId xmlns:a16="http://schemas.microsoft.com/office/drawing/2014/main" id="{5F0AA124-4BCC-A1FA-D25F-0FE6EE69875A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6211744" y="3255592"/>
            <a:ext cx="5394022" cy="338554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subcopy 1">
            <a:extLst>
              <a:ext uri="{FF2B5EF4-FFF2-40B4-BE49-F238E27FC236}">
                <a16:creationId xmlns:a16="http://schemas.microsoft.com/office/drawing/2014/main" id="{58A5A1B5-478D-5DE6-4431-FE4E1D0AF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3664527"/>
            <a:ext cx="5394022" cy="267766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2" name="header 1">
            <a:extLst>
              <a:ext uri="{FF2B5EF4-FFF2-40B4-BE49-F238E27FC236}">
                <a16:creationId xmlns:a16="http://schemas.microsoft.com/office/drawing/2014/main" id="{0B363B86-1EB0-C0F9-70F8-DDCD0B814CC2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3255592"/>
            <a:ext cx="5394022" cy="338554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BFEDACC1-8EEA-EE73-E06A-6A1DE05DAD55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418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 3">
            <a:extLst>
              <a:ext uri="{FF2B5EF4-FFF2-40B4-BE49-F238E27FC236}">
                <a16:creationId xmlns:a16="http://schemas.microsoft.com/office/drawing/2014/main" id="{E84FE5ED-6861-CF20-5CA8-2E98B4741FF0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77225" y="1866900"/>
            <a:ext cx="353171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51C2E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6" name="card 2">
            <a:extLst>
              <a:ext uri="{FF2B5EF4-FFF2-40B4-BE49-F238E27FC236}">
                <a16:creationId xmlns:a16="http://schemas.microsoft.com/office/drawing/2014/main" id="{156341AF-100B-0E19-3557-088CD57CDFA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0780" y="1866900"/>
            <a:ext cx="353044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51C2E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/>
              <a:t>.</a:t>
            </a:r>
          </a:p>
        </p:txBody>
      </p:sp>
      <p:sp>
        <p:nvSpPr>
          <p:cNvPr id="7" name="card 1">
            <a:extLst>
              <a:ext uri="{FF2B5EF4-FFF2-40B4-BE49-F238E27FC236}">
                <a16:creationId xmlns:a16="http://schemas.microsoft.com/office/drawing/2014/main" id="{498F65FE-B199-115C-B97F-89DF96BC00AC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527" y="1866900"/>
            <a:ext cx="3530441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51C2E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/>
            <a:r>
              <a:rPr lang="en-US" dirty="0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92948" y="3690644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92948" y="291703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2224" y="3690644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2224" y="291703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3690644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2943155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6F9FA842-5AF9-538B-550D-1F58CCBB22B6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5077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 card 4">
            <a:extLst>
              <a:ext uri="{FF2B5EF4-FFF2-40B4-BE49-F238E27FC236}">
                <a16:creationId xmlns:a16="http://schemas.microsoft.com/office/drawing/2014/main" id="{13B3050A-3DB3-2B94-EE95-EDBA83B27117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31394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 algn="l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6" name="card 3">
            <a:extLst>
              <a:ext uri="{FF2B5EF4-FFF2-40B4-BE49-F238E27FC236}">
                <a16:creationId xmlns:a16="http://schemas.microsoft.com/office/drawing/2014/main" id="{E5DCE96B-4FD2-7E67-D883-25E6D705238B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11710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 algn="l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7" name="card 2">
            <a:extLst>
              <a:ext uri="{FF2B5EF4-FFF2-40B4-BE49-F238E27FC236}">
                <a16:creationId xmlns:a16="http://schemas.microsoft.com/office/drawing/2014/main" id="{341C19EB-586E-C78D-C54A-DC33D848FD7F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3392026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 algn="l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8" name="card 1">
            <a:extLst>
              <a:ext uri="{FF2B5EF4-FFF2-40B4-BE49-F238E27FC236}">
                <a16:creationId xmlns:a16="http://schemas.microsoft.com/office/drawing/2014/main" id="{72EE09C4-228D-210B-DE62-8D7CAD1BCC5B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342" y="1866899"/>
            <a:ext cx="2589953" cy="3503949"/>
          </a:xfrm>
          <a:prstGeom prst="roundRect">
            <a:avLst>
              <a:gd name="adj" fmla="val 2508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 algn="l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11710" y="3690644"/>
            <a:ext cx="25877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11710" y="2943155"/>
            <a:ext cx="2587747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Title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92026" y="3690644"/>
            <a:ext cx="25877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392026" y="2943155"/>
            <a:ext cx="2587747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Title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3690644"/>
            <a:ext cx="25877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2943155"/>
            <a:ext cx="2587747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Title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8" name="subcopy 4">
            <a:extLst>
              <a:ext uri="{FF2B5EF4-FFF2-40B4-BE49-F238E27FC236}">
                <a16:creationId xmlns:a16="http://schemas.microsoft.com/office/drawing/2014/main" id="{2D5BEF99-EA9F-D665-9F85-FE7949FBAF9B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9029705" y="3690644"/>
            <a:ext cx="2587747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9029705" y="2943155"/>
            <a:ext cx="2587747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Title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6AC5D7DB-9BE9-1BA8-2F9B-6D0D0A3D3BF2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73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rd 6">
            <a:extLst>
              <a:ext uri="{FF2B5EF4-FFF2-40B4-BE49-F238E27FC236}">
                <a16:creationId xmlns:a16="http://schemas.microsoft.com/office/drawing/2014/main" id="{4E916B5A-BD9C-45C8-1B06-CB2D4CD4BE4B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8092948" y="406864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9" name="card 5">
            <a:extLst>
              <a:ext uri="{FF2B5EF4-FFF2-40B4-BE49-F238E27FC236}">
                <a16:creationId xmlns:a16="http://schemas.microsoft.com/office/drawing/2014/main" id="{318D4C70-E524-4E42-8469-F9657EA7968F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332224" y="406864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10" name="card 4">
            <a:extLst>
              <a:ext uri="{FF2B5EF4-FFF2-40B4-BE49-F238E27FC236}">
                <a16:creationId xmlns:a16="http://schemas.microsoft.com/office/drawing/2014/main" id="{E0FAD328-F410-AAA6-1631-1B2A34081797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574548" y="4068642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3" name="card 3">
            <a:extLst>
              <a:ext uri="{FF2B5EF4-FFF2-40B4-BE49-F238E27FC236}">
                <a16:creationId xmlns:a16="http://schemas.microsoft.com/office/drawing/2014/main" id="{FC10FB4A-3D81-E7D2-D243-0FC5D106107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8092948" y="161023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 dirty="0"/>
              <a:t>.</a:t>
            </a:r>
          </a:p>
        </p:txBody>
      </p:sp>
      <p:sp>
        <p:nvSpPr>
          <p:cNvPr id="6" name="card 2">
            <a:extLst>
              <a:ext uri="{FF2B5EF4-FFF2-40B4-BE49-F238E27FC236}">
                <a16:creationId xmlns:a16="http://schemas.microsoft.com/office/drawing/2014/main" id="{EDDE8F2C-B10A-23D8-7E5B-540C9AAA654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332224" y="161023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7" name="card 1">
            <a:extLst>
              <a:ext uri="{FF2B5EF4-FFF2-40B4-BE49-F238E27FC236}">
                <a16:creationId xmlns:a16="http://schemas.microsoft.com/office/drawing/2014/main" id="{A6759C01-2110-3235-0709-5D7FBAA94E96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4548" y="1610234"/>
            <a:ext cx="3527552" cy="2230098"/>
          </a:xfrm>
          <a:prstGeom prst="roundRect">
            <a:avLst>
              <a:gd name="adj" fmla="val 3941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wrap="square" lIns="182880" tIns="182880" rIns="182880" bIns="210312" rtlCol="0" anchor="ctr">
            <a:noAutofit/>
          </a:bodyPr>
          <a:lstStyle>
            <a:lvl1pPr marL="0" indent="0">
              <a:buClr>
                <a:srgbClr val="171C2D"/>
              </a:buClr>
              <a:buSzPct val="25000"/>
              <a:buFont typeface="Arial" panose="020B0604020202020204" pitchFamily="34" charset="0"/>
              <a:buNone/>
              <a:defRPr lang="en-US" sz="100" dirty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182880" lvl="0" indent="-182880" defTabSz="3657032">
              <a:buClr>
                <a:srgbClr val="131B2B"/>
              </a:buClr>
            </a:pPr>
            <a:r>
              <a:rPr lang="en-US"/>
              <a:t>.</a:t>
            </a:r>
          </a:p>
        </p:txBody>
      </p:sp>
      <p:sp>
        <p:nvSpPr>
          <p:cNvPr id="34" name="subcopy 3">
            <a:extLst>
              <a:ext uri="{FF2B5EF4-FFF2-40B4-BE49-F238E27FC236}">
                <a16:creationId xmlns:a16="http://schemas.microsoft.com/office/drawing/2014/main" id="{23756F69-1FBC-3D39-AA15-F5CC8E3DF4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092948" y="2809552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5" name="header 3">
            <a:extLst>
              <a:ext uri="{FF2B5EF4-FFF2-40B4-BE49-F238E27FC236}">
                <a16:creationId xmlns:a16="http://schemas.microsoft.com/office/drawing/2014/main" id="{416C5AB6-EAEF-2750-7248-E4BC0C80967C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092948" y="2062063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amet consectetur</a:t>
            </a:r>
          </a:p>
        </p:txBody>
      </p:sp>
      <p:sp>
        <p:nvSpPr>
          <p:cNvPr id="30" name="subcopy 2">
            <a:extLst>
              <a:ext uri="{FF2B5EF4-FFF2-40B4-BE49-F238E27FC236}">
                <a16:creationId xmlns:a16="http://schemas.microsoft.com/office/drawing/2014/main" id="{824516AA-CA84-C016-54C7-072862A51922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30700" y="2809552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1" name="header 2">
            <a:extLst>
              <a:ext uri="{FF2B5EF4-FFF2-40B4-BE49-F238E27FC236}">
                <a16:creationId xmlns:a16="http://schemas.microsoft.com/office/drawing/2014/main" id="{9F5AEFEE-42EB-B330-5122-59BBBC4278FE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330700" y="2062063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9" name="subcopy 1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548" y="2809552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14" name="header 1">
            <a:extLst>
              <a:ext uri="{FF2B5EF4-FFF2-40B4-BE49-F238E27FC236}">
                <a16:creationId xmlns:a16="http://schemas.microsoft.com/office/drawing/2014/main" id="{C0C17312-4162-2F54-B8B8-25D21F8CC6E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74548" y="2062063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46" name="subcopy 6">
            <a:extLst>
              <a:ext uri="{FF2B5EF4-FFF2-40B4-BE49-F238E27FC236}">
                <a16:creationId xmlns:a16="http://schemas.microsoft.com/office/drawing/2014/main" id="{FFE2FA29-C194-E03B-8FA3-37E266B5F0D3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8092948" y="5272407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47" name="header 6">
            <a:extLst>
              <a:ext uri="{FF2B5EF4-FFF2-40B4-BE49-F238E27FC236}">
                <a16:creationId xmlns:a16="http://schemas.microsoft.com/office/drawing/2014/main" id="{7D28A5C1-729A-6AFD-D31C-ABD6005362E5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092948" y="452491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42" name="subcopy 5">
            <a:extLst>
              <a:ext uri="{FF2B5EF4-FFF2-40B4-BE49-F238E27FC236}">
                <a16:creationId xmlns:a16="http://schemas.microsoft.com/office/drawing/2014/main" id="{D6E03BB6-A9B3-C5B2-D000-284627E0A10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4330700" y="5272407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amet, consectetur eu lacus</a:t>
            </a:r>
          </a:p>
        </p:txBody>
      </p:sp>
      <p:sp>
        <p:nvSpPr>
          <p:cNvPr id="43" name="header 5">
            <a:extLst>
              <a:ext uri="{FF2B5EF4-FFF2-40B4-BE49-F238E27FC236}">
                <a16:creationId xmlns:a16="http://schemas.microsoft.com/office/drawing/2014/main" id="{6AD73A66-886C-F709-1753-18BA1746D16F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4330700" y="452491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8" name="subcopy 4">
            <a:extLst>
              <a:ext uri="{FF2B5EF4-FFF2-40B4-BE49-F238E27FC236}">
                <a16:creationId xmlns:a16="http://schemas.microsoft.com/office/drawing/2014/main" id="{2D5BEF99-EA9F-D665-9F85-FE7949FBAF9B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574548" y="5272407"/>
            <a:ext cx="3527552" cy="535531"/>
          </a:xfrm>
          <a:ln w="25400">
            <a:noFill/>
            <a:miter lim="800000"/>
          </a:ln>
        </p:spPr>
        <p:txBody>
          <a:bodyPr wrap="square" lIns="182880" tIns="0" rIns="182880" bIns="0" anchor="t">
            <a:spAutoFit/>
          </a:bodyPr>
          <a:lstStyle>
            <a:lvl1pPr marL="0" indent="0" algn="ctr">
              <a:lnSpc>
                <a:spcPct val="120000"/>
              </a:lnSpc>
              <a:buNone/>
              <a:defRPr sz="1450" b="0" i="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lacus</a:t>
            </a:r>
            <a:endParaRPr lang="en-US" dirty="0"/>
          </a:p>
        </p:txBody>
      </p:sp>
      <p:sp>
        <p:nvSpPr>
          <p:cNvPr id="39" name="header 4">
            <a:extLst>
              <a:ext uri="{FF2B5EF4-FFF2-40B4-BE49-F238E27FC236}">
                <a16:creationId xmlns:a16="http://schemas.microsoft.com/office/drawing/2014/main" id="{D2485A51-831B-4CBA-F63E-2A37766E00B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574548" y="4524918"/>
            <a:ext cx="3527552" cy="677108"/>
          </a:xfrm>
        </p:spPr>
        <p:txBody>
          <a:bodyPr wrap="square" lIns="182880" rIns="182880" anchor="b">
            <a:sp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A04FA9D-3D6B-0360-DF22-EF48E57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8CA47-0BBD-8479-E13A-2DAD8812D37C}"/>
              </a:ext>
            </a:extLst>
          </p:cNvPr>
          <p:cNvSpPr>
            <a:spLocks noGrp="1"/>
          </p:cNvSpPr>
          <p:nvPr>
            <p:ph type="sldNum" sz="quarter" idx="148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257378BA-56B4-7992-D08F-02FA021AC26B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5268467" y="1179576"/>
            <a:ext cx="1655064" cy="36576"/>
          </a:xfrm>
          <a:gradFill>
            <a:gsLst>
              <a:gs pos="60000">
                <a:srgbClr val="1966FF"/>
              </a:gs>
              <a:gs pos="30000">
                <a:srgbClr val="A970FF"/>
              </a:gs>
              <a:gs pos="0">
                <a:srgbClr val="33A0FF"/>
              </a:gs>
              <a:gs pos="100000">
                <a:srgbClr val="DA2FF1"/>
              </a:gs>
            </a:gsLst>
            <a:lin ang="0" scaled="0"/>
          </a:gradFill>
          <a:ln>
            <a:solidFill>
              <a:schemeClr val="accent1">
                <a:alpha val="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800" b="0" i="0">
                <a:noFill/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5335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A77B5-C644-0DEA-1475-6949B17466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687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A77B5-C644-0DEA-1475-6949B17466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 hidden="1">
            <a:extLst>
              <a:ext uri="{FF2B5EF4-FFF2-40B4-BE49-F238E27FC236}">
                <a16:creationId xmlns:a16="http://schemas.microsoft.com/office/drawing/2014/main" id="{77795D66-345E-0525-E935-0831FDB5049E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</p:grpSpPr>
        <p:cxnSp>
          <p:nvCxnSpPr>
            <p:cNvPr id="4" name="line">
              <a:extLst>
                <a:ext uri="{FF2B5EF4-FFF2-40B4-BE49-F238E27FC236}">
                  <a16:creationId xmlns:a16="http://schemas.microsoft.com/office/drawing/2014/main" id="{F5C44C84-12CD-9E90-C4ED-E4B5846640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ln w="12700">
              <a:solidFill>
                <a:schemeClr val="bg1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logo">
              <a:extLst>
                <a:ext uri="{FF2B5EF4-FFF2-40B4-BE49-F238E27FC236}">
                  <a16:creationId xmlns:a16="http://schemas.microsoft.com/office/drawing/2014/main" id="{9A11AD99-7A6E-BCFF-164D-797E26D6AD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658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">
            <a:extLst>
              <a:ext uri="{FF2B5EF4-FFF2-40B4-BE49-F238E27FC236}">
                <a16:creationId xmlns:a16="http://schemas.microsoft.com/office/drawing/2014/main" id="{5921C62E-8272-213C-B59E-B25FBB266F84}"/>
              </a:ext>
            </a:extLst>
          </p:cNvPr>
          <p:cNvPicPr/>
          <p:nvPr userDrawn="1"/>
        </p:nvPicPr>
        <p:blipFill>
          <a:blip r:embed="rId2">
            <a:alphaModFix amt="90000"/>
          </a:blip>
          <a:srcRect t="20373" r="203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A28DCA-D14A-0AA4-C224-E573F204FCA5}"/>
              </a:ext>
            </a:extLst>
          </p:cNvPr>
          <p:cNvSpPr txBox="1"/>
          <p:nvPr userDrawn="1"/>
        </p:nvSpPr>
        <p:spPr>
          <a:xfrm>
            <a:off x="2451100" y="1639337"/>
            <a:ext cx="7289800" cy="2912744"/>
          </a:xfrm>
          <a:prstGeom prst="roundRect">
            <a:avLst>
              <a:gd name="adj" fmla="val 4292"/>
            </a:avLst>
          </a:prstGeom>
          <a:noFill/>
          <a:ln w="25400">
            <a:noFill/>
            <a:miter lim="800000"/>
          </a:ln>
          <a:effectLst>
            <a:outerShdw blurRad="536364" dist="389996" dir="5400000" sx="104000" sy="104000" algn="t" rotWithShape="0">
              <a:srgbClr val="000714">
                <a:alpha val="76031"/>
              </a:srgbClr>
            </a:outerShdw>
          </a:effectLst>
        </p:spPr>
        <p:txBody>
          <a:bodyPr vert="horz" wrap="square" lIns="182880" tIns="0" rIns="182880" bIns="228600" rtlCol="0" anchor="ctr">
            <a:noAutofit/>
          </a:bodyPr>
          <a:lstStyle>
            <a:lvl1pPr marR="0" lv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tabLst/>
              <a:defRPr sz="6600" b="0" i="0" cap="none" spc="0" baseline="0">
                <a:solidFill>
                  <a:schemeClr val="bg1"/>
                </a:solidFill>
                <a:latin typeface="+mj-lt"/>
                <a:cs typeface="DT Flow Light Light" panose="020F0302020204030204" pitchFamily="34" charset="0"/>
              </a:defRPr>
            </a:lvl1pPr>
          </a:lstStyle>
          <a:p>
            <a:pPr lvl="0"/>
            <a:r>
              <a:rPr lang="en-US" b="0" i="0" dirty="0">
                <a:solidFill>
                  <a:schemeClr val="tx1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224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image" hidden="1">
            <a:extLst>
              <a:ext uri="{FF2B5EF4-FFF2-40B4-BE49-F238E27FC236}">
                <a16:creationId xmlns:a16="http://schemas.microsoft.com/office/drawing/2014/main" id="{B691C8DF-57D8-CD76-1E88-D289BBC1F2CC}"/>
              </a:ext>
            </a:extLst>
          </p:cNvPr>
          <p:cNvPicPr/>
          <p:nvPr userDrawn="1"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650" y="0"/>
            <a:ext cx="12188715" cy="6858000"/>
          </a:xfrm>
          <a:prstGeom prst="rect">
            <a:avLst/>
          </a:prstGeom>
        </p:spPr>
      </p:pic>
      <p:sp>
        <p:nvSpPr>
          <p:cNvPr id="6" name="text placeholder ">
            <a:extLst>
              <a:ext uri="{FF2B5EF4-FFF2-40B4-BE49-F238E27FC236}">
                <a16:creationId xmlns:a16="http://schemas.microsoft.com/office/drawing/2014/main" id="{6B8810DA-1C8B-A19C-F400-11005AEEE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468599"/>
            <a:ext cx="11049000" cy="4712420"/>
          </a:xfrm>
          <a:prstGeom prst="rect">
            <a:avLst/>
          </a:prstGeom>
          <a:ln>
            <a:noFill/>
          </a:ln>
        </p:spPr>
        <p:txBody>
          <a:bodyPr vert="horz" lIns="27432" tIns="0" rIns="27432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4D59B7F-FE6B-CE37-CFE7-648084CF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73278"/>
            <a:ext cx="11049000" cy="5693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1" name="logo lockup">
            <a:extLst>
              <a:ext uri="{FF2B5EF4-FFF2-40B4-BE49-F238E27FC236}">
                <a16:creationId xmlns:a16="http://schemas.microsoft.com/office/drawing/2014/main" id="{C8156C29-5BAD-7D35-876A-C9AB8E5C898F}"/>
              </a:ext>
            </a:extLst>
          </p:cNvPr>
          <p:cNvGrpSpPr/>
          <p:nvPr userDrawn="1"/>
        </p:nvGrpSpPr>
        <p:grpSpPr>
          <a:xfrm>
            <a:off x="11173968" y="6410881"/>
            <a:ext cx="333656" cy="222150"/>
            <a:chOff x="11028878" y="6410881"/>
            <a:chExt cx="333656" cy="222150"/>
          </a:xfrm>
          <a:solidFill>
            <a:schemeClr val="bg2"/>
          </a:solidFill>
        </p:grpSpPr>
        <p:cxnSp>
          <p:nvCxnSpPr>
            <p:cNvPr id="7" name="line">
              <a:extLst>
                <a:ext uri="{FF2B5EF4-FFF2-40B4-BE49-F238E27FC236}">
                  <a16:creationId xmlns:a16="http://schemas.microsoft.com/office/drawing/2014/main" id="{7CE641AD-52DA-33AB-8C78-91178F99E9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62534" y="6415276"/>
              <a:ext cx="0" cy="213360"/>
            </a:xfrm>
            <a:prstGeom prst="line">
              <a:avLst/>
            </a:prstGeom>
            <a:grpFill/>
            <a:ln w="12700">
              <a:solidFill>
                <a:schemeClr val="bg2"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4197F57A-0A38-9B59-F7B7-750813DB5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11028878" y="6410881"/>
              <a:ext cx="219356" cy="222150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8984-51A6-20F3-912E-A814E9403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5766" y="6415772"/>
            <a:ext cx="372154" cy="212366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vert="horz" wrap="square" lIns="0" tIns="0" rIns="0" bIns="27432" rtlCol="0" anchor="ctr">
            <a:spAutoFit/>
          </a:bodyPr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66244EC-FDE2-0F4B-827B-52D41CB8640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E7898A2A-172B-19C3-E0C8-EAACD48B5B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0881"/>
            <a:ext cx="4114800" cy="222150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vert="horz" lIns="0" tIns="45720" rIns="0" bIns="45720" rtlCol="0" anchor="ctr">
            <a:noAutofit/>
          </a:bodyPr>
          <a:lstStyle>
            <a:lvl1pPr algn="ctr">
              <a:defRPr sz="700" spc="200" baseline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BCC47CA3-A769-8E66-9B6F-2AFE2B3EF32D}"/>
              </a:ext>
            </a:extLst>
          </p:cNvPr>
          <p:cNvSpPr txBox="1">
            <a:spLocks/>
          </p:cNvSpPr>
          <p:nvPr userDrawn="1"/>
        </p:nvSpPr>
        <p:spPr>
          <a:xfrm>
            <a:off x="382656" y="6415772"/>
            <a:ext cx="1794009" cy="212366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vert="horz" wrap="square" lIns="0" tIns="0" rIns="0" bIns="27432" rtlCol="0" anchor="ctr">
            <a:spAutoFit/>
          </a:bodyPr>
          <a:lstStyle>
            <a:defPPr>
              <a:defRPr lang="en-US"/>
            </a:defPPr>
            <a:lvl1pPr marL="0" algn="l" defTabSz="913569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6783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569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354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138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922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0707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7492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4275" algn="l" defTabSz="913569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©</a:t>
            </a:r>
            <a:r>
              <a:rPr lang="en-US" sz="1200" b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 2026 Dynatrace, LLC.</a:t>
            </a:r>
          </a:p>
        </p:txBody>
      </p:sp>
    </p:spTree>
    <p:extLst>
      <p:ext uri="{BB962C8B-B14F-4D97-AF65-F5344CB8AC3E}">
        <p14:creationId xmlns:p14="http://schemas.microsoft.com/office/powerpoint/2010/main" val="2311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42" r:id="rId2"/>
    <p:sldLayoutId id="2147483941" r:id="rId3"/>
    <p:sldLayoutId id="2147483940" r:id="rId4"/>
    <p:sldLayoutId id="2147483908" r:id="rId5"/>
    <p:sldLayoutId id="2147483987" r:id="rId6"/>
    <p:sldLayoutId id="2147483922" r:id="rId7"/>
    <p:sldLayoutId id="2147483988" r:id="rId8"/>
    <p:sldLayoutId id="2147483933" r:id="rId9"/>
    <p:sldLayoutId id="2147483932" r:id="rId10"/>
    <p:sldLayoutId id="2147483934" r:id="rId11"/>
    <p:sldLayoutId id="2147483788" r:id="rId12"/>
    <p:sldLayoutId id="2147483919" r:id="rId13"/>
    <p:sldLayoutId id="2147483981" r:id="rId14"/>
    <p:sldLayoutId id="2147483980" r:id="rId15"/>
    <p:sldLayoutId id="2147483839" r:id="rId16"/>
    <p:sldLayoutId id="2147483936" r:id="rId17"/>
    <p:sldLayoutId id="2147483841" r:id="rId18"/>
    <p:sldLayoutId id="2147483935" r:id="rId19"/>
    <p:sldLayoutId id="2147483945" r:id="rId20"/>
    <p:sldLayoutId id="2147483748" r:id="rId21"/>
    <p:sldLayoutId id="2147483790" r:id="rId22"/>
    <p:sldLayoutId id="2147483959" r:id="rId23"/>
    <p:sldLayoutId id="2147483960" r:id="rId24"/>
    <p:sldLayoutId id="2147483793" r:id="rId25"/>
    <p:sldLayoutId id="2147483937" r:id="rId26"/>
    <p:sldLayoutId id="2147483938" r:id="rId27"/>
    <p:sldLayoutId id="2147483984" r:id="rId28"/>
    <p:sldLayoutId id="2147483985" r:id="rId29"/>
    <p:sldLayoutId id="2147483943" r:id="rId30"/>
    <p:sldLayoutId id="2147483946" r:id="rId31"/>
    <p:sldLayoutId id="2147483961" r:id="rId32"/>
    <p:sldLayoutId id="2147483962" r:id="rId33"/>
    <p:sldLayoutId id="2147483968" r:id="rId34"/>
    <p:sldLayoutId id="2147483963" r:id="rId35"/>
    <p:sldLayoutId id="2147483816" r:id="rId36"/>
    <p:sldLayoutId id="2147483971" r:id="rId37"/>
    <p:sldLayoutId id="2147483970" r:id="rId38"/>
    <p:sldLayoutId id="2147483972" r:id="rId39"/>
    <p:sldLayoutId id="2147483973" r:id="rId40"/>
    <p:sldLayoutId id="2147483947" r:id="rId41"/>
    <p:sldLayoutId id="2147483948" r:id="rId42"/>
    <p:sldLayoutId id="2147483949" r:id="rId43"/>
    <p:sldLayoutId id="2147483964" r:id="rId44"/>
    <p:sldLayoutId id="2147483965" r:id="rId45"/>
    <p:sldLayoutId id="2147483966" r:id="rId46"/>
    <p:sldLayoutId id="2147483967" r:id="rId47"/>
    <p:sldLayoutId id="2147483953" r:id="rId48"/>
    <p:sldLayoutId id="2147483952" r:id="rId49"/>
    <p:sldLayoutId id="2147483950" r:id="rId50"/>
    <p:sldLayoutId id="2147483951" r:id="rId51"/>
    <p:sldLayoutId id="2147483874" r:id="rId52"/>
    <p:sldLayoutId id="2147483876" r:id="rId53"/>
    <p:sldLayoutId id="2147483877" r:id="rId54"/>
    <p:sldLayoutId id="2147483982" r:id="rId55"/>
    <p:sldLayoutId id="2147483956" r:id="rId56"/>
    <p:sldLayoutId id="2147483986" r:id="rId57"/>
    <p:sldLayoutId id="2147483979" r:id="rId58"/>
    <p:sldLayoutId id="2147483978" r:id="rId59"/>
    <p:sldLayoutId id="2147483977" r:id="rId60"/>
    <p:sldLayoutId id="2147483976" r:id="rId61"/>
    <p:sldLayoutId id="2147483758" r:id="rId62"/>
    <p:sldLayoutId id="2147483983" r:id="rId63"/>
    <p:sldLayoutId id="2147483903" r:id="rId64"/>
  </p:sldLayoutIdLst>
  <p:hf hdr="0" ftr="0" dt="0"/>
  <p:txStyles>
    <p:titleStyle>
      <a:lvl1pPr marL="0" marR="0" indent="0" algn="l" defTabSz="914258" rtl="0" eaLnBrk="1" fontAlgn="ctr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4000" b="0" i="0" kern="1200" cap="none" spc="0" baseline="0">
          <a:solidFill>
            <a:schemeClr val="tx1"/>
          </a:solidFill>
          <a:latin typeface="+mj-lt"/>
          <a:ea typeface="+mj-ea"/>
          <a:cs typeface="DT Flow Light" panose="020F0502020204030204" pitchFamily="34" charset="0"/>
        </a:defRPr>
      </a:lvl1pPr>
    </p:titleStyle>
    <p:bodyStyle>
      <a:lvl1pPr marL="182880" indent="-182880" algn="l" defTabSz="914258" rtl="0" eaLnBrk="1" fontAlgn="ctr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Arial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DT Flow Light" panose="020F0302020204030204" pitchFamily="34" charset="0"/>
        </a:defRPr>
      </a:lvl1pPr>
      <a:lvl2pPr marL="457200" indent="-182880" algn="l" defTabSz="914258" rtl="0" eaLnBrk="1" fontAlgn="ctr" latinLnBrk="0" hangingPunct="1">
        <a:lnSpc>
          <a:spcPct val="13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DT Flow Light" panose="020B0604020202020204" pitchFamily="34" charset="0"/>
        <a:buChar char="•"/>
        <a:defRPr sz="1600" b="0" i="0" kern="1200" spc="0" baseline="0">
          <a:solidFill>
            <a:schemeClr val="tx1"/>
          </a:solidFill>
          <a:latin typeface="+mn-lt"/>
          <a:ea typeface="+mn-ea"/>
          <a:cs typeface="DT Flow Light" panose="020F0302020204030204" pitchFamily="34" charset="0"/>
        </a:defRPr>
      </a:lvl2pPr>
      <a:lvl3pPr marL="731520" indent="-182880" algn="l" defTabSz="914258" rtl="0" eaLnBrk="1" fontAlgn="ctr" latinLnBrk="0" hangingPunct="1">
        <a:lnSpc>
          <a:spcPct val="14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DT Flow Light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+mn-ea"/>
          <a:cs typeface="DT Flow Light" panose="020F0302020204030204" pitchFamily="34" charset="0"/>
        </a:defRPr>
      </a:lvl3pPr>
      <a:lvl4pPr marL="1005840" indent="-182880" algn="l" defTabSz="914258" rtl="0" eaLnBrk="1" fontAlgn="ctr" latinLnBrk="0" hangingPunct="1">
        <a:lnSpc>
          <a:spcPct val="14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DT Flow Light" panose="020B0604020202020204" pitchFamily="34" charset="0"/>
        <a:buChar char="•"/>
        <a:defRPr sz="1200" b="0" i="0" kern="1200" spc="0" baseline="0">
          <a:solidFill>
            <a:schemeClr val="tx1"/>
          </a:solidFill>
          <a:latin typeface="+mn-lt"/>
          <a:ea typeface="+mn-ea"/>
          <a:cs typeface="DT Flow Light Light" panose="020F0302020204030204" pitchFamily="34" charset="0"/>
        </a:defRPr>
      </a:lvl4pPr>
      <a:lvl5pPr marL="1280160" indent="-182880" algn="l" defTabSz="914258" rtl="0" eaLnBrk="1" fontAlgn="ctr" latinLnBrk="0" hangingPunct="1">
        <a:lnSpc>
          <a:spcPct val="140000"/>
        </a:lnSpc>
        <a:spcBef>
          <a:spcPts val="0"/>
        </a:spcBef>
        <a:spcAft>
          <a:spcPts val="800"/>
        </a:spcAft>
        <a:buClr>
          <a:schemeClr val="tx1"/>
        </a:buClr>
        <a:buSzPct val="80000"/>
        <a:buFont typeface="DT Flow Light" panose="020B0604020202020204" pitchFamily="34" charset="0"/>
        <a:buChar char="•"/>
        <a:defRPr sz="1200" b="0" i="0" kern="1200" spc="0" baseline="0">
          <a:solidFill>
            <a:schemeClr val="tx1"/>
          </a:solidFill>
          <a:latin typeface="+mn-lt"/>
          <a:ea typeface="+mn-ea"/>
          <a:cs typeface="DT Flow Light" panose="020F0302020204030204" pitchFamily="34" charset="0"/>
        </a:defRPr>
      </a:lvl5pPr>
      <a:lvl6pPr marL="2514208" indent="-228565" algn="l" defTabSz="914258" rtl="0" eaLnBrk="1" latinLnBrk="0" hangingPunct="1">
        <a:lnSpc>
          <a:spcPct val="90000"/>
        </a:lnSpc>
        <a:spcBef>
          <a:spcPts val="500"/>
        </a:spcBef>
        <a:buFont typeface="DT Flow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36" indent="-228565" algn="l" defTabSz="914258" rtl="0" eaLnBrk="1" latinLnBrk="0" hangingPunct="1">
        <a:lnSpc>
          <a:spcPct val="90000"/>
        </a:lnSpc>
        <a:spcBef>
          <a:spcPts val="500"/>
        </a:spcBef>
        <a:buFont typeface="DT Flow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65" indent="-228565" algn="l" defTabSz="914258" rtl="0" eaLnBrk="1" latinLnBrk="0" hangingPunct="1">
        <a:lnSpc>
          <a:spcPct val="90000"/>
        </a:lnSpc>
        <a:spcBef>
          <a:spcPts val="500"/>
        </a:spcBef>
        <a:buFont typeface="DT Flow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94" indent="-228565" algn="l" defTabSz="914258" rtl="0" eaLnBrk="1" latinLnBrk="0" hangingPunct="1">
        <a:lnSpc>
          <a:spcPct val="90000"/>
        </a:lnSpc>
        <a:spcBef>
          <a:spcPts val="500"/>
        </a:spcBef>
        <a:buFont typeface="DT Flow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8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87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4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2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1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0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29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60" userDrawn="1">
          <p15:clr>
            <a:srgbClr val="F26B43"/>
          </p15:clr>
        </p15:guide>
        <p15:guide id="4" pos="808" userDrawn="1">
          <p15:clr>
            <a:srgbClr val="F26B43"/>
          </p15:clr>
        </p15:guide>
        <p15:guide id="5" pos="952" userDrawn="1">
          <p15:clr>
            <a:srgbClr val="F26B43"/>
          </p15:clr>
        </p15:guide>
        <p15:guide id="6" pos="1400" userDrawn="1">
          <p15:clr>
            <a:srgbClr val="F26B43"/>
          </p15:clr>
        </p15:guide>
        <p15:guide id="7" pos="1544" userDrawn="1">
          <p15:clr>
            <a:srgbClr val="F26B43"/>
          </p15:clr>
        </p15:guide>
        <p15:guide id="8" pos="1992" userDrawn="1">
          <p15:clr>
            <a:srgbClr val="F26B43"/>
          </p15:clr>
        </p15:guide>
        <p15:guide id="9" pos="2136" userDrawn="1">
          <p15:clr>
            <a:srgbClr val="F26B43"/>
          </p15:clr>
        </p15:guide>
        <p15:guide id="10" pos="2584" userDrawn="1">
          <p15:clr>
            <a:srgbClr val="F26B43"/>
          </p15:clr>
        </p15:guide>
        <p15:guide id="11" pos="2728" userDrawn="1">
          <p15:clr>
            <a:srgbClr val="F26B43"/>
          </p15:clr>
        </p15:guide>
        <p15:guide id="12" pos="3144" userDrawn="1">
          <p15:clr>
            <a:srgbClr val="F26B43"/>
          </p15:clr>
        </p15:guide>
        <p15:guide id="13" pos="3320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60" userDrawn="1">
          <p15:clr>
            <a:srgbClr val="F26B43"/>
          </p15:clr>
        </p15:guide>
        <p15:guide id="17" pos="4504" userDrawn="1">
          <p15:clr>
            <a:srgbClr val="F26B43"/>
          </p15:clr>
        </p15:guide>
        <p15:guide id="18" pos="4952" userDrawn="1">
          <p15:clr>
            <a:srgbClr val="F26B43"/>
          </p15:clr>
        </p15:guide>
        <p15:guide id="19" pos="5088" userDrawn="1">
          <p15:clr>
            <a:srgbClr val="F26B43"/>
          </p15:clr>
        </p15:guide>
        <p15:guide id="20" pos="5544" userDrawn="1">
          <p15:clr>
            <a:srgbClr val="F26B43"/>
          </p15:clr>
        </p15:guide>
        <p15:guide id="21" pos="5688" userDrawn="1">
          <p15:clr>
            <a:srgbClr val="F26B43"/>
          </p15:clr>
        </p15:guide>
        <p15:guide id="22" pos="6136" userDrawn="1">
          <p15:clr>
            <a:srgbClr val="F26B43"/>
          </p15:clr>
        </p15:guide>
        <p15:guide id="23" pos="6280" userDrawn="1">
          <p15:clr>
            <a:srgbClr val="F26B43"/>
          </p15:clr>
        </p15:guide>
        <p15:guide id="24" pos="6720" userDrawn="1">
          <p15:clr>
            <a:srgbClr val="F26B43"/>
          </p15:clr>
        </p15:guide>
        <p15:guide id="25" pos="6872" userDrawn="1">
          <p15:clr>
            <a:srgbClr val="F26B43"/>
          </p15:clr>
        </p15:guide>
        <p15:guide id="26" pos="7320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9" orient="horz" pos="768" userDrawn="1">
          <p15:clr>
            <a:srgbClr val="F26B43"/>
          </p15:clr>
        </p15:guide>
        <p15:guide id="30" orient="horz" pos="1296" userDrawn="1">
          <p15:clr>
            <a:srgbClr val="F26B43"/>
          </p15:clr>
        </p15:guide>
        <p15:guide id="31" orient="horz" pos="216" userDrawn="1">
          <p15:clr>
            <a:srgbClr val="F26B43"/>
          </p15:clr>
        </p15:guide>
        <p15:guide id="32" pos="3840" userDrawn="1">
          <p15:clr>
            <a:srgbClr val="F26B43"/>
          </p15:clr>
        </p15:guide>
        <p15:guide id="33" orient="horz" pos="576" userDrawn="1">
          <p15:clr>
            <a:srgbClr val="F26B43"/>
          </p15:clr>
        </p15:guide>
        <p15:guide id="34" orient="horz" pos="1176" userDrawn="1">
          <p15:clr>
            <a:srgbClr val="F26B43"/>
          </p15:clr>
        </p15:guide>
        <p15:guide id="35" orient="horz" pos="3960" userDrawn="1">
          <p15:clr>
            <a:srgbClr val="F26B43"/>
          </p15:clr>
        </p15:guide>
        <p15:guide id="36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Relationship Id="rId6" Type="http://schemas.openxmlformats.org/officeDocument/2006/relationships/hyperlink" Target="https://dynatrace.sharepoint.com/sites/MarketingComms/SitePages/Dynatrace-PowerPoint-Enablement.aspx" TargetMode="External"/><Relationship Id="rId11" Type="http://schemas.openxmlformats.org/officeDocument/2006/relationships/image" Target="../media/image22.png"/><Relationship Id="rId5" Type="http://schemas.openxmlformats.org/officeDocument/2006/relationships/hyperlink" Target="https://brandfolder.com/dynatrace" TargetMode="External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27.svg"/><Relationship Id="rId5" Type="http://schemas.openxmlformats.org/officeDocument/2006/relationships/image" Target="../media/image10.svg"/><Relationship Id="rId4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E8039D-9EDD-514B-9E78-8421B90AF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06663-D761-C1A3-56F1-DCAFC67E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8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0CB593-50EF-2962-D606-30E9671C2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0861C-4EDA-53E6-A7C1-C43C6A7D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1EA77-B548-E172-B1AB-411BFE8F6D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09BEC4-FCC8-4DD0-2545-8FFF0BE7F5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90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>
            <a:extLst>
              <a:ext uri="{FF2B5EF4-FFF2-40B4-BE49-F238E27FC236}">
                <a16:creationId xmlns:a16="http://schemas.microsoft.com/office/drawing/2014/main" id="{34C675E7-9280-D122-B631-B6D5C6444D43}"/>
              </a:ext>
            </a:extLst>
          </p:cNvPr>
          <p:cNvSpPr>
            <a:spLocks/>
          </p:cNvSpPr>
          <p:nvPr/>
        </p:nvSpPr>
        <p:spPr>
          <a:xfrm>
            <a:off x="7364102" y="0"/>
            <a:ext cx="4827898" cy="6858000"/>
          </a:xfrm>
          <a:prstGeom prst="rect">
            <a:avLst/>
          </a:prstGeom>
          <a:gradFill>
            <a:gsLst>
              <a:gs pos="12000">
                <a:schemeClr val="accent4"/>
              </a:gs>
              <a:gs pos="100000">
                <a:schemeClr val="accent2"/>
              </a:gs>
            </a:gsLst>
            <a:lin ang="6000000" scaled="0"/>
          </a:gra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/>
          <a:p>
            <a:pPr algn="ctr"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6600">
              <a:solidFill>
                <a:schemeClr val="bg1"/>
              </a:solidFill>
              <a:latin typeface="DT Flow Medium" pitchFamily="2" charset="77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5F0C7F5-16C3-5104-DC99-0B7502A6EC46}"/>
              </a:ext>
            </a:extLst>
          </p:cNvPr>
          <p:cNvSpPr txBox="1">
            <a:spLocks/>
          </p:cNvSpPr>
          <p:nvPr/>
        </p:nvSpPr>
        <p:spPr>
          <a:xfrm>
            <a:off x="261319" y="496038"/>
            <a:ext cx="4978896" cy="369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sz="1800" b="1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1pPr>
            <a:lvl2pPr marL="1111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None/>
              <a:tabLst/>
              <a:defRPr sz="1600" b="0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2pPr>
            <a:lvl3pPr marL="177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3pPr>
            <a:lvl4pPr marL="3571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4pPr>
            <a:lvl5pPr marL="534988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</a:pPr>
            <a:r>
              <a:rPr lang="en-CA" sz="900">
                <a:latin typeface="+mn-lt"/>
              </a:rPr>
              <a:t>This PowerPoint template has been programmed with specific fonts and colors. </a:t>
            </a:r>
            <a:br>
              <a:rPr lang="en-CA" sz="900">
                <a:latin typeface="+mn-lt"/>
              </a:rPr>
            </a:br>
            <a:r>
              <a:rPr lang="en-CA" sz="900">
                <a:latin typeface="+mn-lt"/>
              </a:rPr>
              <a:t>Make sure to install any custom fonts and restart PowerPoint to ensure this file displays correctly.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80D94-F5F7-350D-BEE0-34B43B46E848}"/>
              </a:ext>
            </a:extLst>
          </p:cNvPr>
          <p:cNvSpPr txBox="1"/>
          <p:nvPr/>
        </p:nvSpPr>
        <p:spPr>
          <a:xfrm>
            <a:off x="263333" y="1163446"/>
            <a:ext cx="2495365" cy="75482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050">
                <a:latin typeface="+mj-lt"/>
              </a:rPr>
              <a:t>Theme fonts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900"/>
              <a:t>Theme Fonts are the default fonts set for ‘Heading’ and ‘Body’ text in the template theme.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700"/>
              <a:t>Please use these theme fonts wherever possible.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0E3E2-E2DD-5A19-6AF9-5040B722F513}"/>
              </a:ext>
            </a:extLst>
          </p:cNvPr>
          <p:cNvSpPr txBox="1"/>
          <p:nvPr/>
        </p:nvSpPr>
        <p:spPr>
          <a:xfrm>
            <a:off x="263333" y="2324340"/>
            <a:ext cx="2700204" cy="101720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050" dirty="0">
                <a:latin typeface="+mj-lt"/>
              </a:rPr>
              <a:t>Theme Colors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900" dirty="0"/>
              <a:t>Theme Colors are a default set of colors that are automatically applied to any default charts or tables you create. 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700" dirty="0"/>
              <a:t>The brand colors have been programmed into the Theme Colors palette in this template.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225D1-082A-0D40-155E-6FCD2B351F17}"/>
              </a:ext>
            </a:extLst>
          </p:cNvPr>
          <p:cNvSpPr txBox="1"/>
          <p:nvPr/>
        </p:nvSpPr>
        <p:spPr>
          <a:xfrm>
            <a:off x="263332" y="3747614"/>
            <a:ext cx="2495365" cy="983346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050" dirty="0">
                <a:latin typeface="+mj-lt"/>
              </a:rPr>
              <a:t>Text levels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900" dirty="0"/>
              <a:t>Master text placeholders are formatted with multiple text level styles. 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700" dirty="0"/>
              <a:t>You can access the different levels by using </a:t>
            </a:r>
          </a:p>
          <a:p>
            <a:pPr>
              <a:lnSpc>
                <a:spcPct val="110000"/>
              </a:lnSpc>
            </a:pPr>
            <a:r>
              <a:rPr lang="en-US" sz="700" dirty="0"/>
              <a:t>the Promote and Demote Paragraph </a:t>
            </a:r>
          </a:p>
          <a:p>
            <a:pPr>
              <a:lnSpc>
                <a:spcPct val="110000"/>
              </a:lnSpc>
            </a:pPr>
            <a:r>
              <a:rPr lang="en-US" sz="700" dirty="0"/>
              <a:t>buttons in the Home ribbon tab.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31DBC1-AEE8-D5F6-A166-74CAB608B26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2419" y="4239973"/>
            <a:ext cx="512213" cy="290254"/>
          </a:xfrm>
          <a:prstGeom prst="roundRect">
            <a:avLst>
              <a:gd name="adj" fmla="val 7901"/>
            </a:avLst>
          </a:prstGeom>
          <a:ln w="12700">
            <a:solidFill>
              <a:schemeClr val="bg2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22BA84-F75A-4BDF-CBA0-8AD8DA082FD2}"/>
              </a:ext>
            </a:extLst>
          </p:cNvPr>
          <p:cNvSpPr txBox="1"/>
          <p:nvPr/>
        </p:nvSpPr>
        <p:spPr>
          <a:xfrm>
            <a:off x="263332" y="5137032"/>
            <a:ext cx="2495365" cy="873316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050">
                <a:latin typeface="+mj-lt"/>
              </a:rPr>
              <a:t>Alignment guides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900"/>
              <a:t>Slide guides which match the base grid have been added to the template.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700"/>
              <a:t>You can toggle the guides on and off by checking </a:t>
            </a:r>
          </a:p>
          <a:p>
            <a:pPr>
              <a:lnSpc>
                <a:spcPct val="110000"/>
              </a:lnSpc>
            </a:pPr>
            <a:r>
              <a:rPr lang="en-US" sz="700"/>
              <a:t>the Guides option in the View ribbon tab.</a:t>
            </a:r>
            <a:endParaRPr lang="en-US" sz="9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D41B673-0876-FCEB-0FBD-E02F51A95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3596" y="1167631"/>
            <a:ext cx="1769714" cy="729779"/>
          </a:xfrm>
          <a:prstGeom prst="rect">
            <a:avLst/>
          </a:prstGeom>
        </p:spPr>
      </p:pic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5C44054-DC31-402F-20AE-D59BF02A2AA9}"/>
              </a:ext>
            </a:extLst>
          </p:cNvPr>
          <p:cNvGrpSpPr/>
          <p:nvPr/>
        </p:nvGrpSpPr>
        <p:grpSpPr>
          <a:xfrm>
            <a:off x="3108136" y="2210063"/>
            <a:ext cx="3758756" cy="1261810"/>
            <a:chOff x="3108136" y="2210063"/>
            <a:chExt cx="3758756" cy="1261810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32BD06C3-D532-19B7-52D6-9D2F2297E7B8}"/>
                </a:ext>
              </a:extLst>
            </p:cNvPr>
            <p:cNvSpPr/>
            <p:nvPr/>
          </p:nvSpPr>
          <p:spPr>
            <a:xfrm rot="16200000">
              <a:off x="4356609" y="961590"/>
              <a:ext cx="1261810" cy="3758756"/>
            </a:xfrm>
            <a:prstGeom prst="roundRect">
              <a:avLst>
                <a:gd name="adj" fmla="val 2106"/>
              </a:avLst>
            </a:prstGeom>
            <a:solidFill>
              <a:schemeClr val="bg1"/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886984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80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DT Flow Light" pitchFamily="2" charset="77"/>
                <a:sym typeface="Gill Sans"/>
              </a:endParaRP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7681E82A-81DC-6770-1F05-308ACCE2746B}"/>
                </a:ext>
              </a:extLst>
            </p:cNvPr>
            <p:cNvGrpSpPr/>
            <p:nvPr/>
          </p:nvGrpSpPr>
          <p:grpSpPr>
            <a:xfrm>
              <a:off x="3238943" y="2730218"/>
              <a:ext cx="1218420" cy="226247"/>
              <a:chOff x="3238943" y="2913467"/>
              <a:chExt cx="1218420" cy="226247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7BE27F-F3FC-CAA7-721F-240AF141D5DC}"/>
                  </a:ext>
                </a:extLst>
              </p:cNvPr>
              <p:cNvSpPr txBox="1"/>
              <p:nvPr/>
            </p:nvSpPr>
            <p:spPr>
              <a:xfrm>
                <a:off x="3238943" y="2913467"/>
                <a:ext cx="331614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ACCENT 1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C3C880C-22BF-10C8-1742-E7C494C8EC16}"/>
                  </a:ext>
                </a:extLst>
              </p:cNvPr>
              <p:cNvSpPr/>
              <p:nvPr/>
            </p:nvSpPr>
            <p:spPr>
              <a:xfrm>
                <a:off x="3238943" y="2979780"/>
                <a:ext cx="347062" cy="70124"/>
              </a:xfrm>
              <a:prstGeom prst="rect">
                <a:avLst/>
              </a:pr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6CDE576-AA32-799E-9603-4ABB9F663AF2}"/>
                  </a:ext>
                </a:extLst>
              </p:cNvPr>
              <p:cNvSpPr txBox="1"/>
              <p:nvPr/>
            </p:nvSpPr>
            <p:spPr>
              <a:xfrm>
                <a:off x="3674622" y="2913467"/>
                <a:ext cx="331614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ACCENT 2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DCDA160-94AD-7647-B620-62871292728F}"/>
                  </a:ext>
                </a:extLst>
              </p:cNvPr>
              <p:cNvSpPr/>
              <p:nvPr/>
            </p:nvSpPr>
            <p:spPr>
              <a:xfrm>
                <a:off x="3674622" y="2979780"/>
                <a:ext cx="347062" cy="70124"/>
              </a:xfrm>
              <a:prstGeom prst="rect">
                <a:avLst/>
              </a:prstGeom>
              <a:solidFill>
                <a:schemeClr val="accent2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3386C4E-A918-C713-2829-962C46DEEDF1}"/>
                  </a:ext>
                </a:extLst>
              </p:cNvPr>
              <p:cNvSpPr txBox="1"/>
              <p:nvPr/>
            </p:nvSpPr>
            <p:spPr>
              <a:xfrm>
                <a:off x="4110301" y="2913467"/>
                <a:ext cx="331614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ACCENT 3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55D0BDC-5CE7-2D5C-3840-DC77268B1D9B}"/>
                  </a:ext>
                </a:extLst>
              </p:cNvPr>
              <p:cNvSpPr/>
              <p:nvPr/>
            </p:nvSpPr>
            <p:spPr>
              <a:xfrm>
                <a:off x="4110301" y="2979780"/>
                <a:ext cx="347062" cy="70124"/>
              </a:xfrm>
              <a:prstGeom prst="rect">
                <a:avLst/>
              </a:prstGeom>
              <a:solidFill>
                <a:schemeClr val="accent3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BFA9A0C-1943-B9FF-38BF-D6E82CBCA93C}"/>
                  </a:ext>
                </a:extLst>
              </p:cNvPr>
              <p:cNvSpPr txBox="1"/>
              <p:nvPr/>
            </p:nvSpPr>
            <p:spPr>
              <a:xfrm>
                <a:off x="3238943" y="3062770"/>
                <a:ext cx="338646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DT Flow Light" panose="020B0604020202020204" pitchFamily="34" charset="0"/>
                    <a:cs typeface="DT Flow Light" panose="020B0604020202020204" pitchFamily="34" charset="0"/>
                  </a:defRPr>
                </a:lvl1pPr>
              </a:lstStyle>
              <a:p>
                <a:r>
                  <a:rPr lang="en-US" sz="500" dirty="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</a:rPr>
                  <a:t>#4AC2B3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3D86AB3-531D-0F0C-E4A5-ADACD7E753A2}"/>
                  </a:ext>
                </a:extLst>
              </p:cNvPr>
              <p:cNvSpPr txBox="1"/>
              <p:nvPr/>
            </p:nvSpPr>
            <p:spPr>
              <a:xfrm>
                <a:off x="3674622" y="3062770"/>
                <a:ext cx="338646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DT Flow Light" panose="020B0604020202020204" pitchFamily="34" charset="0"/>
                    <a:cs typeface="DT Flow Light" panose="020B0604020202020204" pitchFamily="34" charset="0"/>
                  </a:defRPr>
                </a:lvl1pPr>
              </a:lstStyle>
              <a:p>
                <a:r>
                  <a:rPr lang="en-US" sz="500" dirty="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</a:rPr>
                  <a:t>#3BACF0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39DBB16-1238-BEFF-2B0C-EA52E5660C8F}"/>
                  </a:ext>
                </a:extLst>
              </p:cNvPr>
              <p:cNvSpPr txBox="1"/>
              <p:nvPr/>
            </p:nvSpPr>
            <p:spPr>
              <a:xfrm>
                <a:off x="4110301" y="3062770"/>
                <a:ext cx="315381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DT Flow Light" panose="020B0604020202020204" pitchFamily="34" charset="0"/>
                    <a:cs typeface="DT Flow Light" panose="020B0604020202020204" pitchFamily="34" charset="0"/>
                  </a:defRPr>
                </a:lvl1pPr>
              </a:lstStyle>
              <a:p>
                <a:r>
                  <a:rPr lang="en-US" sz="500" dirty="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</a:rPr>
                  <a:t>#1966FF</a:t>
                </a: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25B548BE-5D31-A3D9-D781-793A583E375A}"/>
                </a:ext>
              </a:extLst>
            </p:cNvPr>
            <p:cNvGrpSpPr/>
            <p:nvPr/>
          </p:nvGrpSpPr>
          <p:grpSpPr>
            <a:xfrm>
              <a:off x="3238943" y="3098010"/>
              <a:ext cx="1218420" cy="226247"/>
              <a:chOff x="3238943" y="3324336"/>
              <a:chExt cx="1218420" cy="226247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745054-A5BE-D842-15B2-3B0FF70DD7B8}"/>
                  </a:ext>
                </a:extLst>
              </p:cNvPr>
              <p:cNvSpPr txBox="1"/>
              <p:nvPr/>
            </p:nvSpPr>
            <p:spPr>
              <a:xfrm>
                <a:off x="3238943" y="3324336"/>
                <a:ext cx="331614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ACCENT 4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88D145C-7E55-CE39-EC63-8BD1F3FC2236}"/>
                  </a:ext>
                </a:extLst>
              </p:cNvPr>
              <p:cNvSpPr/>
              <p:nvPr/>
            </p:nvSpPr>
            <p:spPr>
              <a:xfrm>
                <a:off x="3238943" y="3390649"/>
                <a:ext cx="347062" cy="70124"/>
              </a:xfrm>
              <a:prstGeom prst="rect">
                <a:avLst/>
              </a:prstGeom>
              <a:solidFill>
                <a:schemeClr val="accent4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45C1FB3-056B-611F-65EF-B56FB2BE4B0B}"/>
                  </a:ext>
                </a:extLst>
              </p:cNvPr>
              <p:cNvSpPr txBox="1"/>
              <p:nvPr/>
            </p:nvSpPr>
            <p:spPr>
              <a:xfrm>
                <a:off x="3674622" y="3324336"/>
                <a:ext cx="331614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ACCENT 5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4A5D4B4-2331-93BE-7A3A-3E930FFBA6D4}"/>
                  </a:ext>
                </a:extLst>
              </p:cNvPr>
              <p:cNvSpPr/>
              <p:nvPr/>
            </p:nvSpPr>
            <p:spPr>
              <a:xfrm>
                <a:off x="3674622" y="3390649"/>
                <a:ext cx="347062" cy="70124"/>
              </a:xfrm>
              <a:prstGeom prst="rect">
                <a:avLst/>
              </a:prstGeom>
              <a:solidFill>
                <a:schemeClr val="accent5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E2ACE5-6127-B7A9-751D-CE8F43C26D5E}"/>
                  </a:ext>
                </a:extLst>
              </p:cNvPr>
              <p:cNvSpPr txBox="1"/>
              <p:nvPr/>
            </p:nvSpPr>
            <p:spPr>
              <a:xfrm>
                <a:off x="4110301" y="3324336"/>
                <a:ext cx="331614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ACCENT 6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FBBF24F-17AF-0C67-57EB-9172579079C0}"/>
                  </a:ext>
                </a:extLst>
              </p:cNvPr>
              <p:cNvSpPr/>
              <p:nvPr/>
            </p:nvSpPr>
            <p:spPr>
              <a:xfrm>
                <a:off x="4110301" y="3390649"/>
                <a:ext cx="347062" cy="70124"/>
              </a:xfrm>
              <a:prstGeom prst="rect">
                <a:avLst/>
              </a:prstGeom>
              <a:solidFill>
                <a:schemeClr val="accent6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1F408B4-1646-FAD3-D77C-AB92070D7644}"/>
                  </a:ext>
                </a:extLst>
              </p:cNvPr>
              <p:cNvSpPr txBox="1"/>
              <p:nvPr/>
            </p:nvSpPr>
            <p:spPr>
              <a:xfrm>
                <a:off x="3238943" y="3473639"/>
                <a:ext cx="361912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DT Flow Light" panose="020B0604020202020204" pitchFamily="34" charset="0"/>
                    <a:cs typeface="DT Flow Light" panose="020B0604020202020204" pitchFamily="34" charset="0"/>
                  </a:defRPr>
                </a:lvl1pPr>
              </a:lstStyle>
              <a:p>
                <a:r>
                  <a:rPr lang="en-US" sz="500" dirty="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</a:rPr>
                  <a:t>#5E29E5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889EF20-3A04-F9BD-6DFF-D0F5199E2A56}"/>
                  </a:ext>
                </a:extLst>
              </p:cNvPr>
              <p:cNvSpPr txBox="1"/>
              <p:nvPr/>
            </p:nvSpPr>
            <p:spPr>
              <a:xfrm>
                <a:off x="3674622" y="3473639"/>
                <a:ext cx="361912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DT Flow Light" panose="020B0604020202020204" pitchFamily="34" charset="0"/>
                    <a:cs typeface="DT Flow Light" panose="020B0604020202020204" pitchFamily="34" charset="0"/>
                  </a:defRPr>
                </a:lvl1pPr>
              </a:lstStyle>
              <a:p>
                <a:r>
                  <a:rPr lang="en-US" sz="500" dirty="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</a:rPr>
                  <a:t>#8D1CDC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6D33BBA-4FAC-55A6-EE6C-E82B53C07531}"/>
                  </a:ext>
                </a:extLst>
              </p:cNvPr>
              <p:cNvSpPr txBox="1"/>
              <p:nvPr/>
            </p:nvSpPr>
            <p:spPr>
              <a:xfrm>
                <a:off x="4110301" y="3473639"/>
                <a:ext cx="338646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DT Flow Light" panose="020B0604020202020204" pitchFamily="34" charset="0"/>
                    <a:cs typeface="DT Flow Light" panose="020B0604020202020204" pitchFamily="34" charset="0"/>
                  </a:defRPr>
                </a:lvl1pPr>
              </a:lstStyle>
              <a:p>
                <a:r>
                  <a:rPr lang="en-US" sz="500" dirty="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</a:rPr>
                  <a:t>#C93FDB</a:t>
                </a: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6492D039-46C6-955E-7ABF-8B80B8CAC874}"/>
                </a:ext>
              </a:extLst>
            </p:cNvPr>
            <p:cNvGrpSpPr/>
            <p:nvPr/>
          </p:nvGrpSpPr>
          <p:grpSpPr>
            <a:xfrm>
              <a:off x="3238943" y="2357679"/>
              <a:ext cx="1654100" cy="230994"/>
              <a:chOff x="3238943" y="2584005"/>
              <a:chExt cx="1654100" cy="230994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D18214-01FC-E35B-B765-C8B9A4B2A18D}"/>
                  </a:ext>
                </a:extLst>
              </p:cNvPr>
              <p:cNvSpPr txBox="1"/>
              <p:nvPr/>
            </p:nvSpPr>
            <p:spPr>
              <a:xfrm>
                <a:off x="3238943" y="2584005"/>
                <a:ext cx="279913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LIGHT 1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DF468CF-7CF3-417E-E473-25CDF2C36818}"/>
                  </a:ext>
                </a:extLst>
              </p:cNvPr>
              <p:cNvSpPr/>
              <p:nvPr/>
            </p:nvSpPr>
            <p:spPr>
              <a:xfrm>
                <a:off x="3238943" y="2650533"/>
                <a:ext cx="347062" cy="70124"/>
              </a:xfrm>
              <a:prstGeom prst="rect">
                <a:avLst/>
              </a:prstGeom>
              <a:solidFill>
                <a:schemeClr val="bg1"/>
              </a:solidFill>
              <a:ln w="3175" cap="flat">
                <a:solidFill>
                  <a:schemeClr val="bg2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626D3A-95CB-EE5F-4361-77ED5EC4ECD0}"/>
                  </a:ext>
                </a:extLst>
              </p:cNvPr>
              <p:cNvSpPr txBox="1"/>
              <p:nvPr/>
            </p:nvSpPr>
            <p:spPr>
              <a:xfrm>
                <a:off x="3674622" y="2584005"/>
                <a:ext cx="261817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DARK 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C58490A-4B5C-F875-BB52-370CC11F7E32}"/>
                  </a:ext>
                </a:extLst>
              </p:cNvPr>
              <p:cNvSpPr/>
              <p:nvPr/>
            </p:nvSpPr>
            <p:spPr>
              <a:xfrm>
                <a:off x="3674622" y="2650533"/>
                <a:ext cx="347062" cy="70124"/>
              </a:xfrm>
              <a:prstGeom prst="rect">
                <a:avLst/>
              </a:prstGeom>
              <a:solidFill>
                <a:schemeClr val="tx1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E5C67E-8069-3922-7487-B232D32F5315}"/>
                  </a:ext>
                </a:extLst>
              </p:cNvPr>
              <p:cNvSpPr txBox="1"/>
              <p:nvPr/>
            </p:nvSpPr>
            <p:spPr>
              <a:xfrm>
                <a:off x="4110301" y="2584005"/>
                <a:ext cx="279913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LIGHT 2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84DA497-63FE-2B82-7432-1B74FA631915}"/>
                  </a:ext>
                </a:extLst>
              </p:cNvPr>
              <p:cNvSpPr/>
              <p:nvPr/>
            </p:nvSpPr>
            <p:spPr>
              <a:xfrm>
                <a:off x="4110301" y="2650533"/>
                <a:ext cx="347062" cy="70124"/>
              </a:xfrm>
              <a:prstGeom prst="rect">
                <a:avLst/>
              </a:prstGeom>
              <a:solidFill>
                <a:schemeClr val="bg2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chemeClr val="bg2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A4CEA2-5A3D-6B02-9A52-AE06EB3DCCC7}"/>
                  </a:ext>
                </a:extLst>
              </p:cNvPr>
              <p:cNvSpPr txBox="1"/>
              <p:nvPr/>
            </p:nvSpPr>
            <p:spPr>
              <a:xfrm>
                <a:off x="4545981" y="2584005"/>
                <a:ext cx="261817" cy="4616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algn="l"/>
                <a:r>
                  <a:rPr lang="en-US" sz="300" spc="50">
                    <a:solidFill>
                      <a:schemeClr val="tx1"/>
                    </a:solidFill>
                    <a:latin typeface="DT Flow Light" pitchFamily="2" charset="77"/>
                  </a:rPr>
                  <a:t>DARK 2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0C70FC8-347D-3703-D45C-959AF31C0CAD}"/>
                  </a:ext>
                </a:extLst>
              </p:cNvPr>
              <p:cNvSpPr/>
              <p:nvPr/>
            </p:nvSpPr>
            <p:spPr>
              <a:xfrm>
                <a:off x="4545981" y="2650533"/>
                <a:ext cx="347062" cy="70124"/>
              </a:xfrm>
              <a:prstGeom prst="rect">
                <a:avLst/>
              </a:prstGeom>
              <a:solidFill>
                <a:schemeClr val="tx2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 Light" pitchFamily="2" charset="77"/>
                  <a:sym typeface="Gill Sans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02BDE23-8C91-B248-5337-5816A0BA0E40}"/>
                  </a:ext>
                </a:extLst>
              </p:cNvPr>
              <p:cNvSpPr txBox="1"/>
              <p:nvPr/>
            </p:nvSpPr>
            <p:spPr>
              <a:xfrm>
                <a:off x="3238943" y="2738055"/>
                <a:ext cx="361912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  <a:cs typeface="DT Flow Light" panose="020B0604020202020204" pitchFamily="34" charset="0"/>
                  </a:rPr>
                  <a:t>#FFFFFF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B56C4B5-3CB0-16A6-95FB-AC03A107CD1C}"/>
                  </a:ext>
                </a:extLst>
              </p:cNvPr>
              <p:cNvSpPr txBox="1"/>
              <p:nvPr/>
            </p:nvSpPr>
            <p:spPr>
              <a:xfrm>
                <a:off x="3674622" y="2738055"/>
                <a:ext cx="294700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  <a:cs typeface="DT Flow Light" panose="020B0604020202020204" pitchFamily="34" charset="0"/>
                  </a:rPr>
                  <a:t>#000000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77A0346-A169-FAE4-689E-B873C72340E6}"/>
                  </a:ext>
                </a:extLst>
              </p:cNvPr>
              <p:cNvSpPr txBox="1"/>
              <p:nvPr/>
            </p:nvSpPr>
            <p:spPr>
              <a:xfrm>
                <a:off x="4545981" y="2738055"/>
                <a:ext cx="298578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500" dirty="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  <a:cs typeface="DT Flow Light" panose="020B0604020202020204" pitchFamily="34" charset="0"/>
                  </a:rPr>
                  <a:t>#1A2440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05E3B86-A73D-CAE6-A5C8-67A72265FA55}"/>
                  </a:ext>
                </a:extLst>
              </p:cNvPr>
              <p:cNvSpPr txBox="1"/>
              <p:nvPr/>
            </p:nvSpPr>
            <p:spPr>
              <a:xfrm>
                <a:off x="4110301" y="2738055"/>
                <a:ext cx="361912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 Light" pitchFamily="2" charset="77"/>
                    <a:cs typeface="DT Flow Light" panose="020B0604020202020204" pitchFamily="34" charset="0"/>
                  </a:rPr>
                  <a:t>#6F747F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AF5C4B-E3D2-20AA-FE82-F10A1375D44F}"/>
                </a:ext>
              </a:extLst>
            </p:cNvPr>
            <p:cNvSpPr txBox="1"/>
            <p:nvPr/>
          </p:nvSpPr>
          <p:spPr>
            <a:xfrm>
              <a:off x="5157073" y="2265611"/>
              <a:ext cx="1534929" cy="22852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36957" rIns="36957" bIns="36957" numCol="1" spcCol="38100" rtlCol="0" anchor="t">
              <a:spAutoFit/>
            </a:bodyPr>
            <a:lstStyle/>
            <a:p>
              <a:pPr algn="ctr"/>
              <a:r>
                <a:rPr lang="en-US" sz="500">
                  <a:solidFill>
                    <a:schemeClr val="tx1"/>
                  </a:solidFill>
                  <a:latin typeface="DT Flow Light" pitchFamily="2" charset="77"/>
                </a:rPr>
                <a:t>Theme colors are also available in any color dropdown, if you wish to customize your content</a:t>
              </a:r>
              <a:endParaRPr kumimoji="0" lang="en-US" sz="50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DT Flow Light" pitchFamily="2" charset="77"/>
                <a:sym typeface="Gill Sans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9CF9CEC-B974-C155-2953-F0AD440D3EAC}"/>
              </a:ext>
            </a:extLst>
          </p:cNvPr>
          <p:cNvSpPr txBox="1"/>
          <p:nvPr/>
        </p:nvSpPr>
        <p:spPr>
          <a:xfrm>
            <a:off x="7858227" y="191171"/>
            <a:ext cx="3223410" cy="788677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050">
                <a:solidFill>
                  <a:schemeClr val="bg1"/>
                </a:solidFill>
                <a:latin typeface="+mj-lt"/>
              </a:rPr>
              <a:t>Brandfolder PowerPoint integration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900">
                <a:solidFill>
                  <a:schemeClr val="bg1"/>
                </a:solidFill>
              </a:rPr>
              <a:t>1. Navigate to </a:t>
            </a:r>
            <a:r>
              <a:rPr lang="en-US" sz="900" u="sng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Brandfolder</a:t>
            </a:r>
            <a:r>
              <a:rPr lang="en-US" sz="900" u="sng">
                <a:solidFill>
                  <a:schemeClr val="bg1"/>
                </a:solidFill>
              </a:rPr>
              <a:t>.com</a:t>
            </a:r>
            <a:r>
              <a:rPr lang="en-US" sz="900">
                <a:solidFill>
                  <a:schemeClr val="bg1"/>
                </a:solidFill>
              </a:rPr>
              <a:t> in your browser and log in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900">
                <a:solidFill>
                  <a:schemeClr val="bg1"/>
                </a:solidFill>
              </a:rPr>
              <a:t>2. Select your name in the upper right corner, and then select ”My Profile” in the dropdown menu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C57700-82E7-12AB-BA46-CC46838B5931}"/>
              </a:ext>
            </a:extLst>
          </p:cNvPr>
          <p:cNvSpPr txBox="1"/>
          <p:nvPr/>
        </p:nvSpPr>
        <p:spPr>
          <a:xfrm>
            <a:off x="7858225" y="1744203"/>
            <a:ext cx="2763103" cy="40729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900">
                <a:solidFill>
                  <a:schemeClr val="bg1"/>
                </a:solidFill>
              </a:rPr>
              <a:t>3. Select “Integrations” in the left side panel. 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900">
                <a:solidFill>
                  <a:schemeClr val="bg1"/>
                </a:solidFill>
              </a:rPr>
              <a:t>4. Copy the “API Key”</a:t>
            </a:r>
          </a:p>
        </p:txBody>
      </p:sp>
      <p:sp>
        <p:nvSpPr>
          <p:cNvPr id="97" name="Pentagon 96">
            <a:hlinkClick r:id="rId6"/>
            <a:extLst>
              <a:ext uri="{FF2B5EF4-FFF2-40B4-BE49-F238E27FC236}">
                <a16:creationId xmlns:a16="http://schemas.microsoft.com/office/drawing/2014/main" id="{41935232-CE38-AF0A-84E4-D06DDD3BAAF4}"/>
              </a:ext>
            </a:extLst>
          </p:cNvPr>
          <p:cNvSpPr/>
          <p:nvPr/>
        </p:nvSpPr>
        <p:spPr>
          <a:xfrm flipH="1">
            <a:off x="262421" y="6439352"/>
            <a:ext cx="4688389" cy="236576"/>
          </a:xfrm>
          <a:prstGeom prst="homePlate">
            <a:avLst/>
          </a:prstGeom>
          <a:noFill/>
          <a:ln w="15875">
            <a:solidFill>
              <a:schemeClr val="tx1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000" dirty="0">
                <a:sym typeface="Wingdings" pitchFamily="2" charset="2"/>
              </a:rPr>
              <a:t>  More info : </a:t>
            </a:r>
            <a:r>
              <a:rPr lang="en-CA" sz="1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Dynatrace Brandfolder and PowerPoint Enablement site</a:t>
            </a:r>
            <a:endParaRPr lang="en-CA" sz="1000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EC8AE205-A016-CBD7-E704-E7AF1E4226B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8225" y="2200356"/>
            <a:ext cx="2285231" cy="778064"/>
          </a:xfrm>
          <a:prstGeom prst="rect">
            <a:avLst/>
          </a:prstGeom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19CD641B-2145-B4FB-81CC-A1194E9AF5B5}"/>
              </a:ext>
            </a:extLst>
          </p:cNvPr>
          <p:cNvSpPr/>
          <p:nvPr/>
        </p:nvSpPr>
        <p:spPr>
          <a:xfrm>
            <a:off x="7943049" y="2644142"/>
            <a:ext cx="177856" cy="5570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</p:spPr>
        <p:txBody>
          <a:bodyPr vert="horz" lIns="182880" tIns="182880" rIns="182880" bIns="182880" rtlCol="0" anchor="ctr">
            <a:noAutofit/>
          </a:bodyPr>
          <a:lstStyle/>
          <a:p>
            <a:pPr mar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sz="600" spc="0" baseline="0">
              <a:solidFill>
                <a:schemeClr val="bg1"/>
              </a:solidFill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89B8C5F-991F-55C2-A55C-C12E081E13EA}"/>
              </a:ext>
            </a:extLst>
          </p:cNvPr>
          <p:cNvSpPr/>
          <p:nvPr/>
        </p:nvSpPr>
        <p:spPr>
          <a:xfrm>
            <a:off x="9875677" y="2671689"/>
            <a:ext cx="213170" cy="11293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</p:spPr>
        <p:txBody>
          <a:bodyPr vert="horz" lIns="182880" tIns="182880" rIns="182880" bIns="182880" rtlCol="0" anchor="ctr">
            <a:noAutofit/>
          </a:bodyPr>
          <a:lstStyle/>
          <a:p>
            <a:pPr mar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sz="600" spc="0" baseline="0">
              <a:solidFill>
                <a:schemeClr val="bg1"/>
              </a:solidFill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25" name="Pentagon 124">
            <a:hlinkClick r:id="rId6"/>
            <a:extLst>
              <a:ext uri="{FF2B5EF4-FFF2-40B4-BE49-F238E27FC236}">
                <a16:creationId xmlns:a16="http://schemas.microsoft.com/office/drawing/2014/main" id="{59044C6F-6CB1-5105-3E2D-66601153AFE8}"/>
              </a:ext>
            </a:extLst>
          </p:cNvPr>
          <p:cNvSpPr/>
          <p:nvPr/>
        </p:nvSpPr>
        <p:spPr>
          <a:xfrm flipH="1">
            <a:off x="10114259" y="2644625"/>
            <a:ext cx="934279" cy="163122"/>
          </a:xfrm>
          <a:prstGeom prst="homePlate">
            <a:avLst/>
          </a:prstGeom>
          <a:solidFill>
            <a:schemeClr val="tx1"/>
          </a:solidFill>
          <a:ln w="15875">
            <a:solidFill>
              <a:schemeClr val="accent1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45720" tIns="45720" rIns="45720" bIns="45720" rtlCol="0" anchor="ctr">
            <a:spAutoFit/>
          </a:bodyPr>
          <a:lstStyle/>
          <a:p>
            <a:pPr algn="ctr"/>
            <a:r>
              <a:rPr lang="en-US" sz="700">
                <a:solidFill>
                  <a:schemeClr val="bg1"/>
                </a:solidFill>
                <a:sym typeface="Wingdings" pitchFamily="2" charset="2"/>
              </a:rPr>
              <a:t>  Copy API key</a:t>
            </a:r>
            <a:endParaRPr lang="en-CA" sz="700">
              <a:solidFill>
                <a:schemeClr val="bg1"/>
              </a:solidFill>
            </a:endParaRP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18D54298-6005-3351-19E4-FC20A19C203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8225" y="3644068"/>
            <a:ext cx="2354136" cy="1221421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23D7C209-A91C-BEA9-CA43-F21AE725C5CF}"/>
              </a:ext>
            </a:extLst>
          </p:cNvPr>
          <p:cNvSpPr/>
          <p:nvPr/>
        </p:nvSpPr>
        <p:spPr>
          <a:xfrm>
            <a:off x="7934236" y="3678766"/>
            <a:ext cx="92701" cy="65786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</p:spPr>
        <p:txBody>
          <a:bodyPr vert="horz" lIns="182880" tIns="182880" rIns="182880" bIns="182880" rtlCol="0" anchor="ctr">
            <a:noAutofit/>
          </a:bodyPr>
          <a:lstStyle/>
          <a:p>
            <a:pPr mar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sz="600" spc="0" baseline="0">
              <a:solidFill>
                <a:schemeClr val="bg1"/>
              </a:solidFill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409ECAE-03DE-8316-4D75-ABB1367EECDC}"/>
              </a:ext>
            </a:extLst>
          </p:cNvPr>
          <p:cNvSpPr/>
          <p:nvPr/>
        </p:nvSpPr>
        <p:spPr>
          <a:xfrm>
            <a:off x="9657251" y="3722327"/>
            <a:ext cx="132437" cy="10617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</p:spPr>
        <p:txBody>
          <a:bodyPr vert="horz" lIns="182880" tIns="182880" rIns="182880" bIns="182880" rtlCol="0" anchor="ctr">
            <a:noAutofit/>
          </a:bodyPr>
          <a:lstStyle/>
          <a:p>
            <a:pPr mar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sz="600" spc="0" baseline="0">
              <a:solidFill>
                <a:schemeClr val="bg1"/>
              </a:solidFill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AE05B72-3B92-CBCE-2CAA-4242E3B46D66}"/>
              </a:ext>
            </a:extLst>
          </p:cNvPr>
          <p:cNvSpPr/>
          <p:nvPr/>
        </p:nvSpPr>
        <p:spPr>
          <a:xfrm>
            <a:off x="9749783" y="4379232"/>
            <a:ext cx="449297" cy="22134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</p:spPr>
        <p:txBody>
          <a:bodyPr vert="horz" lIns="182880" tIns="182880" rIns="182880" bIns="182880" rtlCol="0" anchor="ctr">
            <a:noAutofit/>
          </a:bodyPr>
          <a:lstStyle/>
          <a:p>
            <a:pPr mar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sz="600" spc="0" baseline="0">
              <a:solidFill>
                <a:schemeClr val="bg1"/>
              </a:solidFill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26" name="Pentagon 125">
            <a:hlinkClick r:id="rId6"/>
            <a:extLst>
              <a:ext uri="{FF2B5EF4-FFF2-40B4-BE49-F238E27FC236}">
                <a16:creationId xmlns:a16="http://schemas.microsoft.com/office/drawing/2014/main" id="{DC0ABE53-F231-52B8-88DB-E244CEDD8FF8}"/>
              </a:ext>
            </a:extLst>
          </p:cNvPr>
          <p:cNvSpPr/>
          <p:nvPr/>
        </p:nvSpPr>
        <p:spPr>
          <a:xfrm flipH="1">
            <a:off x="9969338" y="4381516"/>
            <a:ext cx="972021" cy="163122"/>
          </a:xfrm>
          <a:prstGeom prst="homePlate">
            <a:avLst/>
          </a:prstGeom>
          <a:solidFill>
            <a:schemeClr val="tx1"/>
          </a:solidFill>
          <a:ln w="15875">
            <a:solidFill>
              <a:schemeClr val="accent1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45720" tIns="45720" rIns="45720" bIns="45720" rtlCol="0" anchor="ctr">
            <a:spAutoFit/>
          </a:bodyPr>
          <a:lstStyle/>
          <a:p>
            <a:pPr algn="ctr"/>
            <a:r>
              <a:rPr lang="en-US" sz="700">
                <a:solidFill>
                  <a:schemeClr val="bg1"/>
                </a:solidFill>
                <a:sym typeface="Wingdings" pitchFamily="2" charset="2"/>
              </a:rPr>
              <a:t>  Paste API key</a:t>
            </a:r>
            <a:endParaRPr lang="en-CA" sz="70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A6EE288-4A70-B2A3-658F-EE12438A8A60}"/>
              </a:ext>
            </a:extLst>
          </p:cNvPr>
          <p:cNvSpPr txBox="1"/>
          <p:nvPr/>
        </p:nvSpPr>
        <p:spPr>
          <a:xfrm>
            <a:off x="7858226" y="2997971"/>
            <a:ext cx="2763103" cy="610936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900">
                <a:solidFill>
                  <a:schemeClr val="bg1"/>
                </a:solidFill>
              </a:rPr>
              <a:t>5. In PowerPoint, open the “insert” tab”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900">
                <a:solidFill>
                  <a:schemeClr val="bg1"/>
                </a:solidFill>
              </a:rPr>
              <a:t>6. Select the “Brandfolder” icon in the menu ribbon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900">
                <a:solidFill>
                  <a:schemeClr val="bg1"/>
                </a:solidFill>
              </a:rPr>
              <a:t>7. Paste the “API Key” and select “submit”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FC85D24-190D-2B7A-A252-4AE43CEF3A7C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8227" y="1009976"/>
            <a:ext cx="2285231" cy="720372"/>
          </a:xfrm>
          <a:prstGeom prst="rect">
            <a:avLst/>
          </a:prstGeom>
        </p:spPr>
      </p:pic>
      <p:sp>
        <p:nvSpPr>
          <p:cNvPr id="115" name="Rectangle 114">
            <a:extLst>
              <a:ext uri="{FF2B5EF4-FFF2-40B4-BE49-F238E27FC236}">
                <a16:creationId xmlns:a16="http://schemas.microsoft.com/office/drawing/2014/main" id="{74A875CD-8A06-3E21-5258-3F25CAF0E9F4}"/>
              </a:ext>
            </a:extLst>
          </p:cNvPr>
          <p:cNvSpPr/>
          <p:nvPr/>
        </p:nvSpPr>
        <p:spPr>
          <a:xfrm>
            <a:off x="9727091" y="1090602"/>
            <a:ext cx="366289" cy="17304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</p:spPr>
        <p:txBody>
          <a:bodyPr vert="horz" lIns="182880" tIns="182880" rIns="182880" bIns="182880" rtlCol="0" anchor="ctr">
            <a:noAutofit/>
          </a:bodyPr>
          <a:lstStyle/>
          <a:p>
            <a:pPr mar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sz="600" spc="0" baseline="0">
              <a:solidFill>
                <a:schemeClr val="bg1"/>
              </a:solidFill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7888F68-E11A-5CF3-43B7-35447A706E9E}"/>
              </a:ext>
            </a:extLst>
          </p:cNvPr>
          <p:cNvSpPr/>
          <p:nvPr/>
        </p:nvSpPr>
        <p:spPr>
          <a:xfrm>
            <a:off x="8565193" y="1017622"/>
            <a:ext cx="1071613" cy="68039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</p:spPr>
        <p:txBody>
          <a:bodyPr vert="horz" lIns="182880" tIns="182880" rIns="182880" bIns="182880" rtlCol="0" anchor="ctr">
            <a:noAutofit/>
          </a:bodyPr>
          <a:lstStyle/>
          <a:p>
            <a:pPr mar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sz="700" spc="0" baseline="0">
              <a:solidFill>
                <a:schemeClr val="bg1"/>
              </a:solidFill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9CED9D75-9972-79A4-66F9-FC5087834861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1407" y="5480084"/>
            <a:ext cx="473694" cy="113469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22D028E6-9213-BA0E-8C16-324883F56C78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8225" y="5288863"/>
            <a:ext cx="2364566" cy="1361541"/>
          </a:xfrm>
          <a:prstGeom prst="rect">
            <a:avLst/>
          </a:prstGeom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88ABF08A-8D35-F56A-97A9-EC5CCDE6DFF9}"/>
              </a:ext>
            </a:extLst>
          </p:cNvPr>
          <p:cNvSpPr/>
          <p:nvPr/>
        </p:nvSpPr>
        <p:spPr>
          <a:xfrm>
            <a:off x="9768063" y="5689300"/>
            <a:ext cx="433110" cy="162947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ffectLst/>
        </p:spPr>
        <p:txBody>
          <a:bodyPr vert="horz" lIns="182880" tIns="182880" rIns="182880" bIns="182880" rtlCol="0" anchor="ctr">
            <a:noAutofit/>
          </a:bodyPr>
          <a:lstStyle/>
          <a:p>
            <a:pPr mar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</a:pPr>
            <a:endParaRPr lang="en-US" sz="600" spc="0" baseline="0">
              <a:solidFill>
                <a:schemeClr val="bg1"/>
              </a:solidFill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4F06338-62C1-F90D-7A5F-2D8DFBDE901F}"/>
              </a:ext>
            </a:extLst>
          </p:cNvPr>
          <p:cNvSpPr txBox="1"/>
          <p:nvPr/>
        </p:nvSpPr>
        <p:spPr>
          <a:xfrm>
            <a:off x="7858226" y="4880866"/>
            <a:ext cx="3686053" cy="35599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900" dirty="0">
                <a:solidFill>
                  <a:schemeClr val="bg1"/>
                </a:solidFill>
              </a:rPr>
              <a:t>8. Select the “Dynatrace” </a:t>
            </a:r>
            <a:r>
              <a:rPr lang="en-US" sz="900" dirty="0" err="1">
                <a:solidFill>
                  <a:schemeClr val="bg1"/>
                </a:solidFill>
              </a:rPr>
              <a:t>Brandfolder</a:t>
            </a:r>
            <a:r>
              <a:rPr lang="en-US" sz="900" dirty="0">
                <a:solidFill>
                  <a:schemeClr val="bg1"/>
                </a:solidFill>
              </a:rPr>
              <a:t>, where you will be able to directly view and download brand assets such as logos, icons, photos, and more. </a:t>
            </a:r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D3B8E354-E6BA-6C05-6A42-4F7FBE2C0B72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6833" y="5024187"/>
            <a:ext cx="1833978" cy="1099006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467B90F5-BE61-16E0-410B-964CDE75F104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8135" y="3745592"/>
            <a:ext cx="1651353" cy="1043693"/>
          </a:xfrm>
          <a:prstGeom prst="rect">
            <a:avLst/>
          </a:prstGeom>
        </p:spPr>
      </p:pic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0FF97397-77D5-31F7-C407-05EA9EA67696}"/>
              </a:ext>
            </a:extLst>
          </p:cNvPr>
          <p:cNvCxnSpPr>
            <a:cxnSpLocks/>
          </p:cNvCxnSpPr>
          <p:nvPr/>
        </p:nvCxnSpPr>
        <p:spPr>
          <a:xfrm>
            <a:off x="283210" y="916040"/>
            <a:ext cx="65836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7508E3EF-E0CF-EFA3-C0C6-222FA22094AA}"/>
              </a:ext>
            </a:extLst>
          </p:cNvPr>
          <p:cNvSpPr txBox="1">
            <a:spLocks/>
          </p:cNvSpPr>
          <p:nvPr/>
        </p:nvSpPr>
        <p:spPr>
          <a:xfrm>
            <a:off x="261319" y="189713"/>
            <a:ext cx="2014682" cy="221599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noFill/>
          <a:ln w="76200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600" b="0">
                <a:solidFill>
                  <a:schemeClr val="tx1"/>
                </a:solidFill>
              </a:rPr>
              <a:t>Template overview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97EC326-C376-82D6-24D2-3C9EF2402DF5}"/>
              </a:ext>
            </a:extLst>
          </p:cNvPr>
          <p:cNvSpPr>
            <a:spLocks noChangeAspect="1"/>
          </p:cNvSpPr>
          <p:nvPr/>
        </p:nvSpPr>
        <p:spPr>
          <a:xfrm>
            <a:off x="8154567" y="2631954"/>
            <a:ext cx="137160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gradFill>
              <a:gsLst>
                <a:gs pos="95000">
                  <a:srgbClr val="80198F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</p:spPr>
        <p:txBody>
          <a:bodyPr wrap="square" tIns="0" bIns="18288" rtlCol="0" anchor="ctr">
            <a:noAutofit/>
          </a:bodyPr>
          <a:lstStyle/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F051B91-EB88-2966-AFFB-D909B1C0C73D}"/>
              </a:ext>
            </a:extLst>
          </p:cNvPr>
          <p:cNvSpPr>
            <a:spLocks noChangeAspect="1"/>
          </p:cNvSpPr>
          <p:nvPr/>
        </p:nvSpPr>
        <p:spPr>
          <a:xfrm>
            <a:off x="9831204" y="2758529"/>
            <a:ext cx="137160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gradFill>
              <a:gsLst>
                <a:gs pos="95000">
                  <a:srgbClr val="80198F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</p:spPr>
        <p:txBody>
          <a:bodyPr wrap="square" tIns="0" bIns="18288" rtlCol="0" anchor="ctr">
            <a:noAutofit/>
          </a:bodyPr>
          <a:lstStyle/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13D5364-2A4B-B177-F910-100F76F3A22D}"/>
              </a:ext>
            </a:extLst>
          </p:cNvPr>
          <p:cNvSpPr/>
          <p:nvPr/>
        </p:nvSpPr>
        <p:spPr>
          <a:xfrm>
            <a:off x="9610857" y="4378546"/>
            <a:ext cx="136282" cy="13628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gradFill>
              <a:gsLst>
                <a:gs pos="95000">
                  <a:srgbClr val="80198F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</p:spPr>
        <p:txBody>
          <a:bodyPr wrap="square" tIns="0" bIns="18288" rtlCol="0" anchor="ctr">
            <a:noAutofit/>
          </a:bodyPr>
          <a:lstStyle/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7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157851B-FD26-1D29-471C-5EF103E68E32}"/>
              </a:ext>
            </a:extLst>
          </p:cNvPr>
          <p:cNvSpPr/>
          <p:nvPr/>
        </p:nvSpPr>
        <p:spPr>
          <a:xfrm>
            <a:off x="9739396" y="3771333"/>
            <a:ext cx="136282" cy="13628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gradFill>
              <a:gsLst>
                <a:gs pos="95000">
                  <a:srgbClr val="80198F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</p:spPr>
        <p:txBody>
          <a:bodyPr wrap="square" tIns="0" bIns="18288" rtlCol="0" anchor="ctr">
            <a:noAutofit/>
          </a:bodyPr>
          <a:lstStyle/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6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8E703FD-324D-7B39-1DAF-0855F810ABCA}"/>
              </a:ext>
            </a:extLst>
          </p:cNvPr>
          <p:cNvSpPr/>
          <p:nvPr/>
        </p:nvSpPr>
        <p:spPr>
          <a:xfrm>
            <a:off x="7979734" y="3700353"/>
            <a:ext cx="136282" cy="13628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gradFill>
              <a:gsLst>
                <a:gs pos="95000">
                  <a:srgbClr val="80198F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</p:spPr>
        <p:txBody>
          <a:bodyPr wrap="square" tIns="0" bIns="18288" rtlCol="0" anchor="ctr">
            <a:noAutofit/>
          </a:bodyPr>
          <a:lstStyle/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B3D178E-0845-5DCD-AEA3-71D28D009C7C}"/>
              </a:ext>
            </a:extLst>
          </p:cNvPr>
          <p:cNvSpPr>
            <a:spLocks noChangeAspect="1"/>
          </p:cNvSpPr>
          <p:nvPr/>
        </p:nvSpPr>
        <p:spPr>
          <a:xfrm>
            <a:off x="10066334" y="1094750"/>
            <a:ext cx="137160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gradFill>
              <a:gsLst>
                <a:gs pos="95000">
                  <a:srgbClr val="80198F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</p:spPr>
        <p:txBody>
          <a:bodyPr wrap="square" tIns="0" bIns="18288" rtlCol="0" anchor="ctr">
            <a:noAutofit/>
          </a:bodyPr>
          <a:lstStyle/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DC8582C-BFC4-DA73-537F-7CF1146F7A14}"/>
              </a:ext>
            </a:extLst>
          </p:cNvPr>
          <p:cNvSpPr>
            <a:spLocks noChangeAspect="1"/>
          </p:cNvSpPr>
          <p:nvPr/>
        </p:nvSpPr>
        <p:spPr>
          <a:xfrm>
            <a:off x="9144022" y="1017061"/>
            <a:ext cx="137160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gradFill>
              <a:gsLst>
                <a:gs pos="95000">
                  <a:srgbClr val="80198F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</p:spPr>
        <p:txBody>
          <a:bodyPr wrap="square" tIns="0" bIns="18288" rtlCol="0" anchor="ctr">
            <a:noAutofit/>
          </a:bodyPr>
          <a:lstStyle/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53D693-23EC-F6B8-9373-11FDCAE9815F}"/>
              </a:ext>
            </a:extLst>
          </p:cNvPr>
          <p:cNvSpPr/>
          <p:nvPr/>
        </p:nvSpPr>
        <p:spPr>
          <a:xfrm>
            <a:off x="10109301" y="5833351"/>
            <a:ext cx="136282" cy="13628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gradFill>
              <a:gsLst>
                <a:gs pos="95000">
                  <a:srgbClr val="80198F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</p:spPr>
        <p:txBody>
          <a:bodyPr wrap="square" tIns="0" bIns="18288" rtlCol="0" anchor="ctr">
            <a:noAutofit/>
          </a:bodyPr>
          <a:lstStyle/>
          <a:p>
            <a:pPr algn="ctr"/>
            <a:r>
              <a:rPr lang="en-US" sz="600">
                <a:solidFill>
                  <a:schemeClr val="bg1"/>
                </a:solidFill>
                <a:latin typeface="+mj-lt"/>
              </a:rPr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C0FE82-0B21-6FAE-4643-E6104726ABC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339261" y="2535830"/>
            <a:ext cx="1099061" cy="8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82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2925-9CDA-5424-6EA9-08A6218C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Callout 3 (No Border) 38">
            <a:extLst>
              <a:ext uri="{FF2B5EF4-FFF2-40B4-BE49-F238E27FC236}">
                <a16:creationId xmlns:a16="http://schemas.microsoft.com/office/drawing/2014/main" id="{63A2D5F4-8DC5-6B0B-D6D5-64292299E43E}"/>
              </a:ext>
            </a:extLst>
          </p:cNvPr>
          <p:cNvSpPr/>
          <p:nvPr/>
        </p:nvSpPr>
        <p:spPr>
          <a:xfrm>
            <a:off x="6680743" y="4216914"/>
            <a:ext cx="1554480" cy="462113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</a:rPr>
              <a:t>Lorem ipsum dolor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9" name="Line Callout 3 (No Border) 38">
            <a:extLst>
              <a:ext uri="{FF2B5EF4-FFF2-40B4-BE49-F238E27FC236}">
                <a16:creationId xmlns:a16="http://schemas.microsoft.com/office/drawing/2014/main" id="{EF7CC950-6CCF-4E34-BF8E-FD03186E4F2C}"/>
              </a:ext>
            </a:extLst>
          </p:cNvPr>
          <p:cNvSpPr/>
          <p:nvPr/>
        </p:nvSpPr>
        <p:spPr>
          <a:xfrm>
            <a:off x="6680743" y="4798439"/>
            <a:ext cx="1122150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38" name="Line Callout 3 (No Border) 38">
            <a:extLst>
              <a:ext uri="{FF2B5EF4-FFF2-40B4-BE49-F238E27FC236}">
                <a16:creationId xmlns:a16="http://schemas.microsoft.com/office/drawing/2014/main" id="{DA4140EE-F04E-B8C9-3FD9-C3AF7E61CE8F}"/>
              </a:ext>
            </a:extLst>
          </p:cNvPr>
          <p:cNvSpPr/>
          <p:nvPr/>
        </p:nvSpPr>
        <p:spPr>
          <a:xfrm>
            <a:off x="6680743" y="5355468"/>
            <a:ext cx="1554480" cy="41629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118872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39" name="Line Callout 3 (No Border) 38">
            <a:extLst>
              <a:ext uri="{FF2B5EF4-FFF2-40B4-BE49-F238E27FC236}">
                <a16:creationId xmlns:a16="http://schemas.microsoft.com/office/drawing/2014/main" id="{23C661BC-1D79-DB5E-BD72-7CAEBB46E820}"/>
              </a:ext>
            </a:extLst>
          </p:cNvPr>
          <p:cNvSpPr/>
          <p:nvPr/>
        </p:nvSpPr>
        <p:spPr>
          <a:xfrm>
            <a:off x="8369507" y="4216914"/>
            <a:ext cx="1554480" cy="462113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rgbClr val="EBEBEB"/>
          </a:solidFill>
          <a:ln w="50800">
            <a:solidFill>
              <a:schemeClr val="accent6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</a:rPr>
              <a:t>Lorem ipsum dolor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44" name="Line Callout 3 (No Border) 38">
            <a:extLst>
              <a:ext uri="{FF2B5EF4-FFF2-40B4-BE49-F238E27FC236}">
                <a16:creationId xmlns:a16="http://schemas.microsoft.com/office/drawing/2014/main" id="{50C88D05-2688-A612-81DF-72538869EE7D}"/>
              </a:ext>
            </a:extLst>
          </p:cNvPr>
          <p:cNvSpPr/>
          <p:nvPr/>
        </p:nvSpPr>
        <p:spPr>
          <a:xfrm>
            <a:off x="8369507" y="4798439"/>
            <a:ext cx="1122150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6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45" name="Line Callout 3 (No Border) 38">
            <a:extLst>
              <a:ext uri="{FF2B5EF4-FFF2-40B4-BE49-F238E27FC236}">
                <a16:creationId xmlns:a16="http://schemas.microsoft.com/office/drawing/2014/main" id="{D1A7B7CF-9329-BC1A-D6E9-A25FB95C2686}"/>
              </a:ext>
            </a:extLst>
          </p:cNvPr>
          <p:cNvSpPr/>
          <p:nvPr/>
        </p:nvSpPr>
        <p:spPr>
          <a:xfrm>
            <a:off x="8369507" y="5355468"/>
            <a:ext cx="1554480" cy="41629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118872" rtlCol="0" anchor="ctr" anchorCtr="0">
            <a:noAutofit/>
          </a:bodyPr>
          <a:lstStyle/>
          <a:p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46" name="Line Callout 3 (No Border) 38">
            <a:extLst>
              <a:ext uri="{FF2B5EF4-FFF2-40B4-BE49-F238E27FC236}">
                <a16:creationId xmlns:a16="http://schemas.microsoft.com/office/drawing/2014/main" id="{E85A6F64-58B3-CC6A-6ABE-9D5A4C394AB5}"/>
              </a:ext>
            </a:extLst>
          </p:cNvPr>
          <p:cNvSpPr/>
          <p:nvPr/>
        </p:nvSpPr>
        <p:spPr>
          <a:xfrm>
            <a:off x="10058271" y="4203932"/>
            <a:ext cx="1554480" cy="474170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rgbClr val="EBEBEB"/>
          </a:solidFill>
          <a:ln w="50800">
            <a:gradFill>
              <a:gsLst>
                <a:gs pos="95000">
                  <a:schemeClr val="accent6"/>
                </a:gs>
                <a:gs pos="5000">
                  <a:schemeClr val="accent3"/>
                </a:gs>
              </a:gsLst>
              <a:lin ang="0" scaled="0"/>
            </a:gra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</a:rPr>
              <a:t>Lorem ipsum dolor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47" name="Line Callout 3 (No Border) 38">
            <a:extLst>
              <a:ext uri="{FF2B5EF4-FFF2-40B4-BE49-F238E27FC236}">
                <a16:creationId xmlns:a16="http://schemas.microsoft.com/office/drawing/2014/main" id="{756561D5-D7F3-3FAF-66BB-B33B8D52411C}"/>
              </a:ext>
            </a:extLst>
          </p:cNvPr>
          <p:cNvSpPr/>
          <p:nvPr/>
        </p:nvSpPr>
        <p:spPr>
          <a:xfrm>
            <a:off x="10058271" y="5355468"/>
            <a:ext cx="1554480" cy="41629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gradFill>
              <a:gsLst>
                <a:gs pos="33000">
                  <a:schemeClr val="accent6"/>
                </a:gs>
                <a:gs pos="100000">
                  <a:schemeClr val="accent3"/>
                </a:gs>
              </a:gsLst>
              <a:lin ang="5400000" scaled="0"/>
            </a:gra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118872" rtlCol="0" anchor="ctr" anchorCtr="0">
            <a:noAutofit/>
          </a:bodyPr>
          <a:lstStyle/>
          <a:p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48" name="Line Callout 3 (No Border) 38">
            <a:extLst>
              <a:ext uri="{FF2B5EF4-FFF2-40B4-BE49-F238E27FC236}">
                <a16:creationId xmlns:a16="http://schemas.microsoft.com/office/drawing/2014/main" id="{24BA43C5-4A15-989D-2B2D-8E08FD93B357}"/>
              </a:ext>
            </a:extLst>
          </p:cNvPr>
          <p:cNvSpPr/>
          <p:nvPr/>
        </p:nvSpPr>
        <p:spPr>
          <a:xfrm>
            <a:off x="10058271" y="4798439"/>
            <a:ext cx="1122150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gradFill>
              <a:gsLst>
                <a:gs pos="5000">
                  <a:schemeClr val="accent6"/>
                </a:gs>
                <a:gs pos="100000">
                  <a:schemeClr val="accent3"/>
                </a:gs>
              </a:gsLst>
              <a:lin ang="5400000" scaled="0"/>
            </a:gra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8" name="Line Callout 3 (No Border) 38">
            <a:extLst>
              <a:ext uri="{FF2B5EF4-FFF2-40B4-BE49-F238E27FC236}">
                <a16:creationId xmlns:a16="http://schemas.microsoft.com/office/drawing/2014/main" id="{1F92693E-C05D-1D6B-1A06-78F965953E5D}"/>
              </a:ext>
            </a:extLst>
          </p:cNvPr>
          <p:cNvSpPr/>
          <p:nvPr/>
        </p:nvSpPr>
        <p:spPr>
          <a:xfrm>
            <a:off x="8369507" y="2300407"/>
            <a:ext cx="1554480" cy="462113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rgbClr val="EBEBEB"/>
          </a:solidFill>
          <a:ln w="50800">
            <a:solidFill>
              <a:schemeClr val="accent3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</a:rPr>
              <a:t>Lorem ipsum dolor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0" name="Line Callout 3 (No Border) 38">
            <a:extLst>
              <a:ext uri="{FF2B5EF4-FFF2-40B4-BE49-F238E27FC236}">
                <a16:creationId xmlns:a16="http://schemas.microsoft.com/office/drawing/2014/main" id="{8286EF41-F832-6F29-CA4D-17FB8BE9B8B5}"/>
              </a:ext>
            </a:extLst>
          </p:cNvPr>
          <p:cNvSpPr/>
          <p:nvPr/>
        </p:nvSpPr>
        <p:spPr>
          <a:xfrm>
            <a:off x="6680743" y="2291365"/>
            <a:ext cx="1554480" cy="474170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rgbClr val="EBEBEB"/>
          </a:solidFill>
          <a:ln w="50800">
            <a:solidFill>
              <a:schemeClr val="accent2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</a:rPr>
              <a:t>Lorem ipsum dolor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Line Callout 3 (No Border) 38">
            <a:extLst>
              <a:ext uri="{FF2B5EF4-FFF2-40B4-BE49-F238E27FC236}">
                <a16:creationId xmlns:a16="http://schemas.microsoft.com/office/drawing/2014/main" id="{B6289456-A4B8-3E78-5D1C-30CA56E4DBE0}"/>
              </a:ext>
            </a:extLst>
          </p:cNvPr>
          <p:cNvSpPr/>
          <p:nvPr/>
        </p:nvSpPr>
        <p:spPr>
          <a:xfrm>
            <a:off x="6680743" y="3438961"/>
            <a:ext cx="1554480" cy="41629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118872" rtlCol="0" anchor="ctr" anchorCtr="0">
            <a:noAutofit/>
          </a:bodyPr>
          <a:lstStyle/>
          <a:p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2" name="Line Callout 3 (No Border) 38">
            <a:extLst>
              <a:ext uri="{FF2B5EF4-FFF2-40B4-BE49-F238E27FC236}">
                <a16:creationId xmlns:a16="http://schemas.microsoft.com/office/drawing/2014/main" id="{DBFF6DC2-799E-CD97-4BC3-A3E87A7CFBF4}"/>
              </a:ext>
            </a:extLst>
          </p:cNvPr>
          <p:cNvSpPr/>
          <p:nvPr/>
        </p:nvSpPr>
        <p:spPr>
          <a:xfrm>
            <a:off x="6680743" y="2881932"/>
            <a:ext cx="1122150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23" name="Line Callout 3 (No Border) 38">
            <a:extLst>
              <a:ext uri="{FF2B5EF4-FFF2-40B4-BE49-F238E27FC236}">
                <a16:creationId xmlns:a16="http://schemas.microsoft.com/office/drawing/2014/main" id="{731C6950-3994-056E-787C-EF8486C7F205}"/>
              </a:ext>
            </a:extLst>
          </p:cNvPr>
          <p:cNvSpPr/>
          <p:nvPr/>
        </p:nvSpPr>
        <p:spPr>
          <a:xfrm>
            <a:off x="8369507" y="2881932"/>
            <a:ext cx="1122150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3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31" name="Line Callout 3 (No Border) 38">
            <a:extLst>
              <a:ext uri="{FF2B5EF4-FFF2-40B4-BE49-F238E27FC236}">
                <a16:creationId xmlns:a16="http://schemas.microsoft.com/office/drawing/2014/main" id="{FCDE54C5-4A4D-5628-9B2E-E51394DD656F}"/>
              </a:ext>
            </a:extLst>
          </p:cNvPr>
          <p:cNvSpPr/>
          <p:nvPr/>
        </p:nvSpPr>
        <p:spPr>
          <a:xfrm>
            <a:off x="8369507" y="3438961"/>
            <a:ext cx="1554480" cy="41629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3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118872" rtlCol="0" anchor="ctr" anchorCtr="0">
            <a:noAutofit/>
          </a:bodyPr>
          <a:lstStyle/>
          <a:p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49" name="Line Callout 3 (No Border) 38">
            <a:extLst>
              <a:ext uri="{FF2B5EF4-FFF2-40B4-BE49-F238E27FC236}">
                <a16:creationId xmlns:a16="http://schemas.microsoft.com/office/drawing/2014/main" id="{D16FCBA4-B41D-6B30-7039-CFC5FFA9A506}"/>
              </a:ext>
            </a:extLst>
          </p:cNvPr>
          <p:cNvSpPr/>
          <p:nvPr/>
        </p:nvSpPr>
        <p:spPr>
          <a:xfrm>
            <a:off x="10058271" y="2300407"/>
            <a:ext cx="1554480" cy="462113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</a:rPr>
              <a:t>Lorem ipsum dolor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0" name="Line Callout 3 (No Border) 38">
            <a:extLst>
              <a:ext uri="{FF2B5EF4-FFF2-40B4-BE49-F238E27FC236}">
                <a16:creationId xmlns:a16="http://schemas.microsoft.com/office/drawing/2014/main" id="{C6433A70-06CF-9F66-35F0-B7E90B26E243}"/>
              </a:ext>
            </a:extLst>
          </p:cNvPr>
          <p:cNvSpPr/>
          <p:nvPr/>
        </p:nvSpPr>
        <p:spPr>
          <a:xfrm>
            <a:off x="10058271" y="2881932"/>
            <a:ext cx="1122150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51" name="Line Callout 3 (No Border) 38">
            <a:extLst>
              <a:ext uri="{FF2B5EF4-FFF2-40B4-BE49-F238E27FC236}">
                <a16:creationId xmlns:a16="http://schemas.microsoft.com/office/drawing/2014/main" id="{22BC48E9-93C5-38B1-BA58-5D6D566842E4}"/>
              </a:ext>
            </a:extLst>
          </p:cNvPr>
          <p:cNvSpPr/>
          <p:nvPr/>
        </p:nvSpPr>
        <p:spPr>
          <a:xfrm>
            <a:off x="10058271" y="3438961"/>
            <a:ext cx="1554480" cy="41629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4325" dist="50800" sx="6000" sy="6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118872" rtlCol="0" anchor="ctr" anchorCtr="0">
            <a:noAutofit/>
          </a:bodyPr>
          <a:lstStyle/>
          <a:p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0E95017-F10C-09D5-3DD7-AE0D5AF51421}"/>
              </a:ext>
            </a:extLst>
          </p:cNvPr>
          <p:cNvSpPr/>
          <p:nvPr/>
        </p:nvSpPr>
        <p:spPr>
          <a:xfrm>
            <a:off x="579249" y="3381881"/>
            <a:ext cx="473372" cy="473372"/>
          </a:xfrm>
          <a:prstGeom prst="ellipse">
            <a:avLst/>
          </a:prstGeom>
          <a:solidFill>
            <a:schemeClr val="accent2"/>
          </a:solidFill>
          <a:ln w="12700">
            <a:gradFill>
              <a:gsLst>
                <a:gs pos="5000">
                  <a:schemeClr val="accent2">
                    <a:lumMod val="60000"/>
                    <a:lumOff val="40000"/>
                  </a:schemeClr>
                </a:gs>
                <a:gs pos="95000">
                  <a:schemeClr val="accent2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#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71DEA2D-FCF8-C45A-FEF2-5519B5A9EC14}"/>
              </a:ext>
            </a:extLst>
          </p:cNvPr>
          <p:cNvSpPr/>
          <p:nvPr/>
        </p:nvSpPr>
        <p:spPr>
          <a:xfrm>
            <a:off x="1423939" y="3381881"/>
            <a:ext cx="473372" cy="473372"/>
          </a:xfrm>
          <a:prstGeom prst="ellipse">
            <a:avLst/>
          </a:prstGeom>
          <a:solidFill>
            <a:schemeClr val="accent3"/>
          </a:solidFill>
          <a:ln w="12700">
            <a:gradFill>
              <a:gsLst>
                <a:gs pos="5000">
                  <a:schemeClr val="accent3">
                    <a:lumMod val="60000"/>
                    <a:lumOff val="40000"/>
                  </a:schemeClr>
                </a:gs>
                <a:gs pos="95000">
                  <a:schemeClr val="accent3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#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6A0B39C-3653-1F52-B604-525D74578990}"/>
              </a:ext>
            </a:extLst>
          </p:cNvPr>
          <p:cNvSpPr/>
          <p:nvPr/>
        </p:nvSpPr>
        <p:spPr>
          <a:xfrm>
            <a:off x="2268629" y="3381881"/>
            <a:ext cx="473372" cy="473372"/>
          </a:xfrm>
          <a:prstGeom prst="ellipse">
            <a:avLst/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#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C6A796E-DE32-E849-C4BF-D0D36B4BE220}"/>
              </a:ext>
            </a:extLst>
          </p:cNvPr>
          <p:cNvSpPr/>
          <p:nvPr/>
        </p:nvSpPr>
        <p:spPr>
          <a:xfrm>
            <a:off x="435350" y="1869744"/>
            <a:ext cx="761170" cy="753813"/>
          </a:xfrm>
          <a:prstGeom prst="ellipse">
            <a:avLst/>
          </a:prstGeom>
          <a:solidFill>
            <a:schemeClr val="accent2"/>
          </a:solidFill>
          <a:ln w="12700">
            <a:gradFill>
              <a:gsLst>
                <a:gs pos="5000">
                  <a:schemeClr val="accent2">
                    <a:lumMod val="60000"/>
                    <a:lumOff val="40000"/>
                  </a:schemeClr>
                </a:gs>
                <a:gs pos="95000">
                  <a:schemeClr val="accent2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##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DAA8463-0667-28EA-4334-AB06457DCDEA}"/>
              </a:ext>
            </a:extLst>
          </p:cNvPr>
          <p:cNvSpPr/>
          <p:nvPr/>
        </p:nvSpPr>
        <p:spPr>
          <a:xfrm>
            <a:off x="1280040" y="1869744"/>
            <a:ext cx="761170" cy="753813"/>
          </a:xfrm>
          <a:prstGeom prst="ellipse">
            <a:avLst/>
          </a:prstGeom>
          <a:solidFill>
            <a:schemeClr val="accent3"/>
          </a:solidFill>
          <a:ln w="12700">
            <a:gradFill>
              <a:gsLst>
                <a:gs pos="5000">
                  <a:schemeClr val="accent3">
                    <a:lumMod val="60000"/>
                    <a:lumOff val="40000"/>
                  </a:schemeClr>
                </a:gs>
                <a:gs pos="95000">
                  <a:schemeClr val="accent3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</a:rPr>
              <a:t>##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75D7CEE-A931-484E-756B-43DB552E8FF9}"/>
              </a:ext>
            </a:extLst>
          </p:cNvPr>
          <p:cNvSpPr/>
          <p:nvPr/>
        </p:nvSpPr>
        <p:spPr>
          <a:xfrm>
            <a:off x="2124730" y="1869744"/>
            <a:ext cx="761170" cy="753813"/>
          </a:xfrm>
          <a:prstGeom prst="ellipse">
            <a:avLst/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##</a:t>
            </a:r>
          </a:p>
        </p:txBody>
      </p:sp>
      <p:sp>
        <p:nvSpPr>
          <p:cNvPr id="81" name="Rectangular Callout 80">
            <a:extLst>
              <a:ext uri="{FF2B5EF4-FFF2-40B4-BE49-F238E27FC236}">
                <a16:creationId xmlns:a16="http://schemas.microsoft.com/office/drawing/2014/main" id="{FBDDE32A-65E8-2AB1-EB7A-3EEE720F1097}"/>
              </a:ext>
            </a:extLst>
          </p:cNvPr>
          <p:cNvSpPr/>
          <p:nvPr/>
        </p:nvSpPr>
        <p:spPr>
          <a:xfrm>
            <a:off x="446445" y="2767932"/>
            <a:ext cx="738981" cy="454333"/>
          </a:xfrm>
          <a:prstGeom prst="wedgeRectCallout">
            <a:avLst/>
          </a:prstGeom>
          <a:solidFill>
            <a:schemeClr val="accent2"/>
          </a:solidFill>
          <a:ln w="12700">
            <a:gradFill>
              <a:gsLst>
                <a:gs pos="5000">
                  <a:schemeClr val="accent2">
                    <a:lumMod val="60000"/>
                    <a:lumOff val="40000"/>
                  </a:schemeClr>
                </a:gs>
                <a:gs pos="95000">
                  <a:schemeClr val="accent2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XX%</a:t>
            </a:r>
          </a:p>
        </p:txBody>
      </p:sp>
      <p:sp>
        <p:nvSpPr>
          <p:cNvPr id="82" name="Rectangular Callout 81">
            <a:extLst>
              <a:ext uri="{FF2B5EF4-FFF2-40B4-BE49-F238E27FC236}">
                <a16:creationId xmlns:a16="http://schemas.microsoft.com/office/drawing/2014/main" id="{9B651278-CEA0-7C96-720D-D1045FA6FAC0}"/>
              </a:ext>
            </a:extLst>
          </p:cNvPr>
          <p:cNvSpPr/>
          <p:nvPr/>
        </p:nvSpPr>
        <p:spPr>
          <a:xfrm>
            <a:off x="1291135" y="2767932"/>
            <a:ext cx="738981" cy="454333"/>
          </a:xfrm>
          <a:prstGeom prst="wedgeRectCallout">
            <a:avLst/>
          </a:prstGeom>
          <a:solidFill>
            <a:schemeClr val="accent3"/>
          </a:solidFill>
          <a:ln w="12700">
            <a:gradFill>
              <a:gsLst>
                <a:gs pos="5000">
                  <a:schemeClr val="accent3">
                    <a:lumMod val="60000"/>
                    <a:lumOff val="40000"/>
                  </a:schemeClr>
                </a:gs>
                <a:gs pos="95000">
                  <a:schemeClr val="accent3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XX%</a:t>
            </a:r>
          </a:p>
        </p:txBody>
      </p:sp>
      <p:sp>
        <p:nvSpPr>
          <p:cNvPr id="83" name="Rectangular Callout 82">
            <a:extLst>
              <a:ext uri="{FF2B5EF4-FFF2-40B4-BE49-F238E27FC236}">
                <a16:creationId xmlns:a16="http://schemas.microsoft.com/office/drawing/2014/main" id="{A683F1F7-563A-9374-72C7-1CF556870E82}"/>
              </a:ext>
            </a:extLst>
          </p:cNvPr>
          <p:cNvSpPr/>
          <p:nvPr/>
        </p:nvSpPr>
        <p:spPr>
          <a:xfrm>
            <a:off x="2135825" y="2767932"/>
            <a:ext cx="738981" cy="454333"/>
          </a:xfrm>
          <a:prstGeom prst="wedgeRectCallout">
            <a:avLst/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XX%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78B9F5E-912E-A6EB-6D78-88B405C030CF}"/>
              </a:ext>
            </a:extLst>
          </p:cNvPr>
          <p:cNvSpPr/>
          <p:nvPr/>
        </p:nvSpPr>
        <p:spPr>
          <a:xfrm>
            <a:off x="3958009" y="3381881"/>
            <a:ext cx="473372" cy="473372"/>
          </a:xfrm>
          <a:prstGeom prst="ellipse">
            <a:avLst/>
          </a:prstGeom>
          <a:solidFill>
            <a:schemeClr val="accent6"/>
          </a:solidFill>
          <a:ln w="12700">
            <a:gradFill>
              <a:gsLst>
                <a:gs pos="5000">
                  <a:schemeClr val="accent6">
                    <a:lumMod val="60000"/>
                    <a:lumOff val="40000"/>
                  </a:schemeClr>
                </a:gs>
                <a:gs pos="95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#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54AD282-D48F-55FD-75E7-1F606792A1CF}"/>
              </a:ext>
            </a:extLst>
          </p:cNvPr>
          <p:cNvSpPr/>
          <p:nvPr/>
        </p:nvSpPr>
        <p:spPr>
          <a:xfrm>
            <a:off x="4658800" y="1869744"/>
            <a:ext cx="761170" cy="753813"/>
          </a:xfrm>
          <a:prstGeom prst="ellipse">
            <a:avLst/>
          </a:prstGeom>
          <a:solidFill>
            <a:schemeClr val="tx2"/>
          </a:solidFill>
          <a:ln w="12700">
            <a:gradFill>
              <a:gsLst>
                <a:gs pos="5000">
                  <a:srgbClr val="4D5467"/>
                </a:gs>
                <a:gs pos="95000">
                  <a:schemeClr val="tx2"/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##</a:t>
            </a:r>
          </a:p>
        </p:txBody>
      </p:sp>
      <p:sp>
        <p:nvSpPr>
          <p:cNvPr id="86" name="Rectangular Callout 85">
            <a:extLst>
              <a:ext uri="{FF2B5EF4-FFF2-40B4-BE49-F238E27FC236}">
                <a16:creationId xmlns:a16="http://schemas.microsoft.com/office/drawing/2014/main" id="{441F6AC1-3FD1-65E0-73AD-E0F369B0414E}"/>
              </a:ext>
            </a:extLst>
          </p:cNvPr>
          <p:cNvSpPr/>
          <p:nvPr/>
        </p:nvSpPr>
        <p:spPr>
          <a:xfrm>
            <a:off x="4669895" y="2767932"/>
            <a:ext cx="738981" cy="454333"/>
          </a:xfrm>
          <a:prstGeom prst="wedgeRectCallout">
            <a:avLst/>
          </a:prstGeom>
          <a:solidFill>
            <a:schemeClr val="tx2"/>
          </a:solidFill>
          <a:ln w="12700">
            <a:gradFill>
              <a:gsLst>
                <a:gs pos="5000">
                  <a:srgbClr val="4D5467"/>
                </a:gs>
                <a:gs pos="95000">
                  <a:schemeClr val="tx2"/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XX%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7ACDA3B-661F-B2E6-DD4B-89171E80859A}"/>
              </a:ext>
            </a:extLst>
          </p:cNvPr>
          <p:cNvSpPr/>
          <p:nvPr/>
        </p:nvSpPr>
        <p:spPr>
          <a:xfrm>
            <a:off x="4802699" y="3381881"/>
            <a:ext cx="473372" cy="473372"/>
          </a:xfrm>
          <a:prstGeom prst="ellipse">
            <a:avLst/>
          </a:prstGeom>
          <a:solidFill>
            <a:schemeClr val="tx2"/>
          </a:solidFill>
          <a:ln w="12700">
            <a:gradFill>
              <a:gsLst>
                <a:gs pos="5000">
                  <a:srgbClr val="4D5467"/>
                </a:gs>
                <a:gs pos="95000">
                  <a:schemeClr val="tx2"/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#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FF44C4C-A771-07AD-64A9-B47AEBAC90CE}"/>
              </a:ext>
            </a:extLst>
          </p:cNvPr>
          <p:cNvSpPr/>
          <p:nvPr/>
        </p:nvSpPr>
        <p:spPr>
          <a:xfrm>
            <a:off x="3814110" y="1869744"/>
            <a:ext cx="761170" cy="753813"/>
          </a:xfrm>
          <a:prstGeom prst="ellipse">
            <a:avLst/>
          </a:prstGeom>
          <a:solidFill>
            <a:schemeClr val="accent6"/>
          </a:solidFill>
          <a:ln w="12700">
            <a:gradFill>
              <a:gsLst>
                <a:gs pos="5000">
                  <a:schemeClr val="accent6">
                    <a:lumMod val="60000"/>
                    <a:lumOff val="40000"/>
                  </a:schemeClr>
                </a:gs>
                <a:gs pos="95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##</a:t>
            </a:r>
          </a:p>
        </p:txBody>
      </p:sp>
      <p:sp>
        <p:nvSpPr>
          <p:cNvPr id="89" name="Rectangular Callout 88">
            <a:extLst>
              <a:ext uri="{FF2B5EF4-FFF2-40B4-BE49-F238E27FC236}">
                <a16:creationId xmlns:a16="http://schemas.microsoft.com/office/drawing/2014/main" id="{C2535A45-5113-3B19-6B36-B41E493E3FC7}"/>
              </a:ext>
            </a:extLst>
          </p:cNvPr>
          <p:cNvSpPr/>
          <p:nvPr/>
        </p:nvSpPr>
        <p:spPr>
          <a:xfrm>
            <a:off x="3825205" y="2767932"/>
            <a:ext cx="738981" cy="454333"/>
          </a:xfrm>
          <a:prstGeom prst="wedgeRectCallout">
            <a:avLst/>
          </a:prstGeom>
          <a:solidFill>
            <a:schemeClr val="accent6"/>
          </a:solidFill>
          <a:ln w="12700">
            <a:gradFill>
              <a:gsLst>
                <a:gs pos="5000">
                  <a:schemeClr val="accent6">
                    <a:lumMod val="60000"/>
                    <a:lumOff val="40000"/>
                  </a:schemeClr>
                </a:gs>
                <a:gs pos="95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XX%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87064B3-221A-484D-7E0C-DE49E83D2D21}"/>
              </a:ext>
            </a:extLst>
          </p:cNvPr>
          <p:cNvSpPr/>
          <p:nvPr/>
        </p:nvSpPr>
        <p:spPr>
          <a:xfrm>
            <a:off x="5503488" y="1869744"/>
            <a:ext cx="761170" cy="753813"/>
          </a:xfrm>
          <a:prstGeom prst="ellipse">
            <a:avLst/>
          </a:prstGeom>
          <a:gradFill>
            <a:gsLst>
              <a:gs pos="95000">
                <a:schemeClr val="accent6"/>
              </a:gs>
              <a:gs pos="6000">
                <a:schemeClr val="accent4"/>
              </a:gs>
            </a:gsLst>
            <a:lin ang="15600000" scaled="0"/>
          </a:gra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0" tIns="91440" rIns="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000">
                <a:solidFill>
                  <a:schemeClr val="bg1"/>
                </a:solidFill>
                <a:latin typeface="+mj-lt"/>
              </a:rPr>
              <a:t>##</a:t>
            </a:r>
          </a:p>
        </p:txBody>
      </p:sp>
      <p:sp>
        <p:nvSpPr>
          <p:cNvPr id="91" name="Rectangular Callout 90">
            <a:extLst>
              <a:ext uri="{FF2B5EF4-FFF2-40B4-BE49-F238E27FC236}">
                <a16:creationId xmlns:a16="http://schemas.microsoft.com/office/drawing/2014/main" id="{21C20A5E-F4FE-CF7A-2596-42AE828D929B}"/>
              </a:ext>
            </a:extLst>
          </p:cNvPr>
          <p:cNvSpPr/>
          <p:nvPr/>
        </p:nvSpPr>
        <p:spPr>
          <a:xfrm>
            <a:off x="5514583" y="2767932"/>
            <a:ext cx="738981" cy="454333"/>
          </a:xfrm>
          <a:prstGeom prst="wedgeRectCallout">
            <a:avLst/>
          </a:prstGeom>
          <a:gradFill>
            <a:gsLst>
              <a:gs pos="95000">
                <a:schemeClr val="accent6"/>
              </a:gs>
              <a:gs pos="6000">
                <a:schemeClr val="accent4"/>
              </a:gs>
            </a:gsLst>
            <a:lin ang="15600000" scaled="0"/>
          </a:gra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0" tIns="91440" rIns="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400">
                <a:solidFill>
                  <a:schemeClr val="bg1"/>
                </a:solidFill>
                <a:latin typeface="+mj-lt"/>
              </a:rPr>
              <a:t>XX%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3626DC9-E6BF-EA7D-56B7-A83FEBE44E33}"/>
              </a:ext>
            </a:extLst>
          </p:cNvPr>
          <p:cNvSpPr/>
          <p:nvPr/>
        </p:nvSpPr>
        <p:spPr>
          <a:xfrm>
            <a:off x="5647387" y="3381881"/>
            <a:ext cx="473372" cy="473372"/>
          </a:xfrm>
          <a:prstGeom prst="ellipse">
            <a:avLst/>
          </a:prstGeom>
          <a:gradFill>
            <a:gsLst>
              <a:gs pos="95000">
                <a:schemeClr val="accent6"/>
              </a:gs>
              <a:gs pos="6000">
                <a:schemeClr val="accent4"/>
              </a:gs>
            </a:gsLst>
            <a:lin ang="15600000" scaled="0"/>
          </a:gra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400">
                <a:solidFill>
                  <a:schemeClr val="bg1"/>
                </a:solidFill>
                <a:latin typeface="+mj-lt"/>
              </a:rPr>
              <a:t>#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0B58F5F-911A-C54E-0BBE-07BB62D64D89}"/>
              </a:ext>
            </a:extLst>
          </p:cNvPr>
          <p:cNvSpPr/>
          <p:nvPr/>
        </p:nvSpPr>
        <p:spPr>
          <a:xfrm>
            <a:off x="579249" y="5780403"/>
            <a:ext cx="473372" cy="47337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2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#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6645E14-CCC2-9C60-B5C7-2F31EEA52630}"/>
              </a:ext>
            </a:extLst>
          </p:cNvPr>
          <p:cNvSpPr/>
          <p:nvPr/>
        </p:nvSpPr>
        <p:spPr>
          <a:xfrm>
            <a:off x="1423939" y="5780403"/>
            <a:ext cx="473372" cy="47337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3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#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7ECF95E-4390-43D1-99F9-BB641DEB1122}"/>
              </a:ext>
            </a:extLst>
          </p:cNvPr>
          <p:cNvSpPr/>
          <p:nvPr/>
        </p:nvSpPr>
        <p:spPr>
          <a:xfrm>
            <a:off x="2268629" y="5780403"/>
            <a:ext cx="473372" cy="47337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4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#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52E094-8129-F8B8-342E-5C3B1EEE4C3D}"/>
              </a:ext>
            </a:extLst>
          </p:cNvPr>
          <p:cNvSpPr/>
          <p:nvPr/>
        </p:nvSpPr>
        <p:spPr>
          <a:xfrm>
            <a:off x="3113319" y="5780403"/>
            <a:ext cx="473372" cy="47337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5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#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755F205-8E30-ADA0-445A-EFFCE2ADCD80}"/>
              </a:ext>
            </a:extLst>
          </p:cNvPr>
          <p:cNvSpPr/>
          <p:nvPr/>
        </p:nvSpPr>
        <p:spPr>
          <a:xfrm>
            <a:off x="435350" y="4268266"/>
            <a:ext cx="761170" cy="753813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2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latin typeface="+mj-lt"/>
              </a:rPr>
              <a:t>##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3486E3-18A6-CCCA-0398-A3BDD6921BFF}"/>
              </a:ext>
            </a:extLst>
          </p:cNvPr>
          <p:cNvSpPr/>
          <p:nvPr/>
        </p:nvSpPr>
        <p:spPr>
          <a:xfrm>
            <a:off x="1280040" y="4268266"/>
            <a:ext cx="761170" cy="753813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3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latin typeface="+mj-lt"/>
              </a:rPr>
              <a:t>##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FEF3E31-D836-D9A1-BB07-1FCB776B02BB}"/>
              </a:ext>
            </a:extLst>
          </p:cNvPr>
          <p:cNvSpPr/>
          <p:nvPr/>
        </p:nvSpPr>
        <p:spPr>
          <a:xfrm>
            <a:off x="2124730" y="4268266"/>
            <a:ext cx="761170" cy="753813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4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latin typeface="+mj-lt"/>
              </a:rPr>
              <a:t>##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E7A4A2-F852-9362-F186-A27E6455269F}"/>
              </a:ext>
            </a:extLst>
          </p:cNvPr>
          <p:cNvSpPr/>
          <p:nvPr/>
        </p:nvSpPr>
        <p:spPr>
          <a:xfrm>
            <a:off x="2969420" y="4268266"/>
            <a:ext cx="761170" cy="753813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5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latin typeface="+mj-lt"/>
              </a:rPr>
              <a:t>##</a:t>
            </a:r>
          </a:p>
        </p:txBody>
      </p:sp>
      <p:sp>
        <p:nvSpPr>
          <p:cNvPr id="52" name="Rectangular Callout 51">
            <a:extLst>
              <a:ext uri="{FF2B5EF4-FFF2-40B4-BE49-F238E27FC236}">
                <a16:creationId xmlns:a16="http://schemas.microsoft.com/office/drawing/2014/main" id="{3E71BF47-EA1F-39D2-8076-445F64001FF3}"/>
              </a:ext>
            </a:extLst>
          </p:cNvPr>
          <p:cNvSpPr/>
          <p:nvPr/>
        </p:nvSpPr>
        <p:spPr>
          <a:xfrm>
            <a:off x="446445" y="5166454"/>
            <a:ext cx="738981" cy="454333"/>
          </a:xfrm>
          <a:prstGeom prst="wedgeRectCallout">
            <a:avLst/>
          </a:prstGeom>
          <a:solidFill>
            <a:srgbClr val="EBEBEB"/>
          </a:solidFill>
          <a:ln w="12700">
            <a:solidFill>
              <a:schemeClr val="accent2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XX%</a:t>
            </a:r>
          </a:p>
        </p:txBody>
      </p:sp>
      <p:sp>
        <p:nvSpPr>
          <p:cNvPr id="53" name="Rectangular Callout 52">
            <a:extLst>
              <a:ext uri="{FF2B5EF4-FFF2-40B4-BE49-F238E27FC236}">
                <a16:creationId xmlns:a16="http://schemas.microsoft.com/office/drawing/2014/main" id="{7A646281-B0EE-DC78-CA7B-D139B4F35FE3}"/>
              </a:ext>
            </a:extLst>
          </p:cNvPr>
          <p:cNvSpPr/>
          <p:nvPr/>
        </p:nvSpPr>
        <p:spPr>
          <a:xfrm>
            <a:off x="1291135" y="5166454"/>
            <a:ext cx="738981" cy="454333"/>
          </a:xfrm>
          <a:prstGeom prst="wedgeRectCallout">
            <a:avLst/>
          </a:prstGeom>
          <a:solidFill>
            <a:srgbClr val="EBEBEB"/>
          </a:solidFill>
          <a:ln w="12700">
            <a:solidFill>
              <a:schemeClr val="accent3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XX%</a:t>
            </a:r>
          </a:p>
        </p:txBody>
      </p:sp>
      <p:sp>
        <p:nvSpPr>
          <p:cNvPr id="54" name="Rectangular Callout 53">
            <a:extLst>
              <a:ext uri="{FF2B5EF4-FFF2-40B4-BE49-F238E27FC236}">
                <a16:creationId xmlns:a16="http://schemas.microsoft.com/office/drawing/2014/main" id="{B08D936A-83E6-0972-D2F2-6772B5641809}"/>
              </a:ext>
            </a:extLst>
          </p:cNvPr>
          <p:cNvSpPr/>
          <p:nvPr/>
        </p:nvSpPr>
        <p:spPr>
          <a:xfrm>
            <a:off x="2135825" y="5166454"/>
            <a:ext cx="738981" cy="454333"/>
          </a:xfrm>
          <a:prstGeom prst="wedgeRectCallout">
            <a:avLst/>
          </a:prstGeom>
          <a:solidFill>
            <a:srgbClr val="EBEBEB"/>
          </a:solidFill>
          <a:ln w="12700">
            <a:solidFill>
              <a:schemeClr val="accent4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XX%</a:t>
            </a:r>
          </a:p>
        </p:txBody>
      </p:sp>
      <p:sp>
        <p:nvSpPr>
          <p:cNvPr id="55" name="Rectangular Callout 54">
            <a:extLst>
              <a:ext uri="{FF2B5EF4-FFF2-40B4-BE49-F238E27FC236}">
                <a16:creationId xmlns:a16="http://schemas.microsoft.com/office/drawing/2014/main" id="{974FEDC2-0855-4A8E-5435-83081416D902}"/>
              </a:ext>
            </a:extLst>
          </p:cNvPr>
          <p:cNvSpPr/>
          <p:nvPr/>
        </p:nvSpPr>
        <p:spPr>
          <a:xfrm>
            <a:off x="2980515" y="5166454"/>
            <a:ext cx="738981" cy="454333"/>
          </a:xfrm>
          <a:prstGeom prst="wedgeRectCallout">
            <a:avLst/>
          </a:prstGeom>
          <a:solidFill>
            <a:srgbClr val="EBEBEB"/>
          </a:solidFill>
          <a:ln w="12700">
            <a:solidFill>
              <a:schemeClr val="accent5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XX%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7EB6307-1A65-4AFD-8221-FE1A17E92044}"/>
              </a:ext>
            </a:extLst>
          </p:cNvPr>
          <p:cNvSpPr/>
          <p:nvPr/>
        </p:nvSpPr>
        <p:spPr>
          <a:xfrm>
            <a:off x="3958009" y="5780403"/>
            <a:ext cx="473372" cy="47337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6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#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7763A30-3190-0783-E238-4A116F182940}"/>
              </a:ext>
            </a:extLst>
          </p:cNvPr>
          <p:cNvSpPr/>
          <p:nvPr/>
        </p:nvSpPr>
        <p:spPr>
          <a:xfrm>
            <a:off x="4658800" y="4268266"/>
            <a:ext cx="761170" cy="753813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latin typeface="+mj-lt"/>
              </a:rPr>
              <a:t>##</a:t>
            </a:r>
          </a:p>
        </p:txBody>
      </p:sp>
      <p:sp>
        <p:nvSpPr>
          <p:cNvPr id="58" name="Rectangular Callout 57">
            <a:extLst>
              <a:ext uri="{FF2B5EF4-FFF2-40B4-BE49-F238E27FC236}">
                <a16:creationId xmlns:a16="http://schemas.microsoft.com/office/drawing/2014/main" id="{3D703E3D-8B14-5BA0-6C9C-B8FECE9A5472}"/>
              </a:ext>
            </a:extLst>
          </p:cNvPr>
          <p:cNvSpPr/>
          <p:nvPr/>
        </p:nvSpPr>
        <p:spPr>
          <a:xfrm>
            <a:off x="4669895" y="5166454"/>
            <a:ext cx="738981" cy="454333"/>
          </a:xfrm>
          <a:prstGeom prst="wedgeRectCallout">
            <a:avLst/>
          </a:prstGeom>
          <a:solidFill>
            <a:srgbClr val="EBEBEB"/>
          </a:solidFill>
          <a:ln w="12700">
            <a:solidFill>
              <a:schemeClr val="bg1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XX%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8525B4-23A0-3925-EE5B-5FC6C8822FDA}"/>
              </a:ext>
            </a:extLst>
          </p:cNvPr>
          <p:cNvSpPr/>
          <p:nvPr/>
        </p:nvSpPr>
        <p:spPr>
          <a:xfrm>
            <a:off x="4802699" y="5780403"/>
            <a:ext cx="473372" cy="47337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#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3AA220E-1252-BB90-F9DD-9285DEA095AB}"/>
              </a:ext>
            </a:extLst>
          </p:cNvPr>
          <p:cNvSpPr/>
          <p:nvPr/>
        </p:nvSpPr>
        <p:spPr>
          <a:xfrm>
            <a:off x="3814110" y="4268266"/>
            <a:ext cx="761170" cy="753813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accent6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latin typeface="+mj-lt"/>
              </a:rPr>
              <a:t>##</a:t>
            </a:r>
          </a:p>
        </p:txBody>
      </p:sp>
      <p:sp>
        <p:nvSpPr>
          <p:cNvPr id="61" name="Rectangular Callout 60">
            <a:extLst>
              <a:ext uri="{FF2B5EF4-FFF2-40B4-BE49-F238E27FC236}">
                <a16:creationId xmlns:a16="http://schemas.microsoft.com/office/drawing/2014/main" id="{788AD62A-5CCA-B528-F63A-FC25F66F49BC}"/>
              </a:ext>
            </a:extLst>
          </p:cNvPr>
          <p:cNvSpPr/>
          <p:nvPr/>
        </p:nvSpPr>
        <p:spPr>
          <a:xfrm>
            <a:off x="3825205" y="5166454"/>
            <a:ext cx="738981" cy="454333"/>
          </a:xfrm>
          <a:prstGeom prst="wedgeRectCallout">
            <a:avLst/>
          </a:prstGeom>
          <a:solidFill>
            <a:srgbClr val="EBEBEB"/>
          </a:solidFill>
          <a:ln w="12700">
            <a:solidFill>
              <a:schemeClr val="accent6"/>
            </a:soli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latin typeface="+mj-lt"/>
              </a:rPr>
              <a:t>XX%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A33EFD7-CABE-524B-3856-CDDC9935ED33}"/>
              </a:ext>
            </a:extLst>
          </p:cNvPr>
          <p:cNvSpPr/>
          <p:nvPr/>
        </p:nvSpPr>
        <p:spPr>
          <a:xfrm>
            <a:off x="5503488" y="4268266"/>
            <a:ext cx="761170" cy="753813"/>
          </a:xfrm>
          <a:prstGeom prst="ellipse">
            <a:avLst/>
          </a:prstGeom>
          <a:solidFill>
            <a:srgbClr val="EBEBEB"/>
          </a:solidFill>
          <a:ln w="12700">
            <a:gradFill>
              <a:gsLst>
                <a:gs pos="5000">
                  <a:schemeClr val="accent6"/>
                </a:gs>
                <a:gs pos="95000">
                  <a:schemeClr val="accent3"/>
                </a:gs>
              </a:gsLst>
              <a:lin ang="3600000" scaled="0"/>
            </a:gra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vert="horz" wrap="square" lIns="0" tIns="91440" rIns="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000">
                <a:latin typeface="+mj-lt"/>
              </a:rPr>
              <a:t>##</a:t>
            </a:r>
          </a:p>
        </p:txBody>
      </p:sp>
      <p:sp>
        <p:nvSpPr>
          <p:cNvPr id="63" name="Rectangular Callout 62">
            <a:extLst>
              <a:ext uri="{FF2B5EF4-FFF2-40B4-BE49-F238E27FC236}">
                <a16:creationId xmlns:a16="http://schemas.microsoft.com/office/drawing/2014/main" id="{87402B56-9FFB-8CBF-AEC6-9F8D86E2B107}"/>
              </a:ext>
            </a:extLst>
          </p:cNvPr>
          <p:cNvSpPr/>
          <p:nvPr/>
        </p:nvSpPr>
        <p:spPr>
          <a:xfrm>
            <a:off x="5514583" y="5166454"/>
            <a:ext cx="738981" cy="454333"/>
          </a:xfrm>
          <a:prstGeom prst="wedgeRectCallout">
            <a:avLst/>
          </a:prstGeom>
          <a:solidFill>
            <a:srgbClr val="EBEBEB"/>
          </a:solidFill>
          <a:ln w="12700">
            <a:gradFill>
              <a:gsLst>
                <a:gs pos="5000">
                  <a:schemeClr val="accent6"/>
                </a:gs>
                <a:gs pos="95000">
                  <a:schemeClr val="accent3"/>
                </a:gs>
              </a:gsLst>
              <a:lin ang="3600000" scaled="0"/>
            </a:gra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vert="horz" wrap="square" lIns="0" tIns="91440" rIns="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400">
                <a:latin typeface="+mj-lt"/>
              </a:rPr>
              <a:t>XX%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18D79DE-75FB-AEFB-26B1-CAB8E8F9F460}"/>
              </a:ext>
            </a:extLst>
          </p:cNvPr>
          <p:cNvSpPr/>
          <p:nvPr/>
        </p:nvSpPr>
        <p:spPr>
          <a:xfrm>
            <a:off x="5647387" y="5780403"/>
            <a:ext cx="473372" cy="473372"/>
          </a:xfrm>
          <a:prstGeom prst="ellipse">
            <a:avLst/>
          </a:prstGeom>
          <a:solidFill>
            <a:srgbClr val="EBEBEB"/>
          </a:solidFill>
          <a:ln w="12700">
            <a:gradFill>
              <a:gsLst>
                <a:gs pos="5000">
                  <a:schemeClr val="accent6"/>
                </a:gs>
                <a:gs pos="95000">
                  <a:schemeClr val="accent3"/>
                </a:gs>
              </a:gsLst>
              <a:lin ang="3600000" scaled="0"/>
            </a:gradFill>
            <a:miter lim="800000"/>
          </a:ln>
          <a:effectLst>
            <a:outerShdw blurRad="60345" dist="50800" sx="8869" sy="8869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400">
                <a:latin typeface="+mj-lt"/>
              </a:rPr>
              <a:t>#</a:t>
            </a:r>
          </a:p>
        </p:txBody>
      </p:sp>
      <p:pic>
        <p:nvPicPr>
          <p:cNvPr id="108" name="Graphic 25">
            <a:extLst>
              <a:ext uri="{FF2B5EF4-FFF2-40B4-BE49-F238E27FC236}">
                <a16:creationId xmlns:a16="http://schemas.microsoft.com/office/drawing/2014/main" id="{C952D7BC-D1FC-7EEA-80AC-0735D24D7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447" y="882418"/>
            <a:ext cx="325043" cy="329184"/>
          </a:xfrm>
          <a:prstGeom prst="rect">
            <a:avLst/>
          </a:prstGeom>
        </p:spPr>
      </p:pic>
      <p:pic>
        <p:nvPicPr>
          <p:cNvPr id="109" name="Graphic 26">
            <a:extLst>
              <a:ext uri="{FF2B5EF4-FFF2-40B4-BE49-F238E27FC236}">
                <a16:creationId xmlns:a16="http://schemas.microsoft.com/office/drawing/2014/main" id="{C5A71889-FEC6-4C1E-BAC0-6A4C343EF566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0343" y="868235"/>
            <a:ext cx="329184" cy="329184"/>
          </a:xfrm>
          <a:prstGeom prst="rect">
            <a:avLst/>
          </a:prstGeom>
        </p:spPr>
      </p:pic>
      <p:sp>
        <p:nvSpPr>
          <p:cNvPr id="113" name="Title 4">
            <a:extLst>
              <a:ext uri="{FF2B5EF4-FFF2-40B4-BE49-F238E27FC236}">
                <a16:creationId xmlns:a16="http://schemas.microsoft.com/office/drawing/2014/main" id="{5D1C3DCB-D0B0-D28B-4D41-56856674BACC}"/>
              </a:ext>
            </a:extLst>
          </p:cNvPr>
          <p:cNvSpPr txBox="1">
            <a:spLocks/>
          </p:cNvSpPr>
          <p:nvPr/>
        </p:nvSpPr>
        <p:spPr>
          <a:xfrm>
            <a:off x="261319" y="189713"/>
            <a:ext cx="2014682" cy="221599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noFill/>
          <a:ln w="76200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600" b="0">
                <a:solidFill>
                  <a:schemeClr val="tx1"/>
                </a:solidFill>
              </a:rPr>
              <a:t>Graphic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F3898-5DEF-9D81-2837-232AF53142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E6AA982-5FDC-8CBB-A3AA-4E6731258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445" y="882418"/>
            <a:ext cx="1822184" cy="32191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664B39F-C982-FD21-C0A1-EEF8BB7B7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6550" y="882418"/>
            <a:ext cx="1783024" cy="31500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629A58B-2DA7-6A2F-6DCE-D38CD8F4C85E}"/>
              </a:ext>
            </a:extLst>
          </p:cNvPr>
          <p:cNvSpPr/>
          <p:nvPr/>
        </p:nvSpPr>
        <p:spPr>
          <a:xfrm>
            <a:off x="3119110" y="3381881"/>
            <a:ext cx="473372" cy="473372"/>
          </a:xfrm>
          <a:prstGeom prst="ellipse">
            <a:avLst/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#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4882EC-FD3E-F5F3-7D1A-3ADADF1CE50A}"/>
              </a:ext>
            </a:extLst>
          </p:cNvPr>
          <p:cNvSpPr/>
          <p:nvPr/>
        </p:nvSpPr>
        <p:spPr>
          <a:xfrm>
            <a:off x="2975211" y="1869744"/>
            <a:ext cx="761170" cy="753813"/>
          </a:xfrm>
          <a:prstGeom prst="ellipse">
            <a:avLst/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+mj-lt"/>
              </a:rPr>
              <a:t>##</a:t>
            </a:r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A0CDCEBF-64E5-602B-7D3E-F0AF60BC8607}"/>
              </a:ext>
            </a:extLst>
          </p:cNvPr>
          <p:cNvSpPr/>
          <p:nvPr/>
        </p:nvSpPr>
        <p:spPr>
          <a:xfrm>
            <a:off x="2986306" y="2767932"/>
            <a:ext cx="738981" cy="454333"/>
          </a:xfrm>
          <a:prstGeom prst="wedgeRectCallout">
            <a:avLst/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0" tIns="91440" rIns="0" bIns="118872" rtlCol="0" anchor="ctr"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+mj-lt"/>
              </a:rP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7670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DEEB-C106-30AC-7207-F4AAE24B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entagon 17">
            <a:extLst>
              <a:ext uri="{FF2B5EF4-FFF2-40B4-BE49-F238E27FC236}">
                <a16:creationId xmlns:a16="http://schemas.microsoft.com/office/drawing/2014/main" id="{0E90BC6F-276F-2FF8-7808-699B125CE9BA}"/>
              </a:ext>
            </a:extLst>
          </p:cNvPr>
          <p:cNvSpPr/>
          <p:nvPr/>
        </p:nvSpPr>
        <p:spPr>
          <a:xfrm>
            <a:off x="206747" y="1287870"/>
            <a:ext cx="1645920" cy="188985"/>
          </a:xfrm>
          <a:prstGeom prst="homePlate">
            <a:avLst>
              <a:gd name="adj" fmla="val 51795"/>
            </a:avLst>
          </a:prstGeom>
          <a:solidFill>
            <a:schemeClr val="accent2"/>
          </a:solidFill>
          <a:ln w="12700">
            <a:gradFill>
              <a:gsLst>
                <a:gs pos="5000">
                  <a:schemeClr val="accent2">
                    <a:lumMod val="60000"/>
                    <a:lumOff val="40000"/>
                  </a:schemeClr>
                </a:gs>
                <a:gs pos="95000">
                  <a:schemeClr val="accent2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DA23226D-91D1-AFDC-0150-7D7930AC4E0C}"/>
              </a:ext>
            </a:extLst>
          </p:cNvPr>
          <p:cNvSpPr/>
          <p:nvPr/>
        </p:nvSpPr>
        <p:spPr>
          <a:xfrm>
            <a:off x="1895511" y="1287870"/>
            <a:ext cx="1645920" cy="188985"/>
          </a:xfrm>
          <a:prstGeom prst="chevron">
            <a:avLst/>
          </a:prstGeom>
          <a:solidFill>
            <a:schemeClr val="accent3"/>
          </a:solidFill>
          <a:ln w="12700">
            <a:gradFill>
              <a:gsLst>
                <a:gs pos="5000">
                  <a:schemeClr val="accent3">
                    <a:lumMod val="60000"/>
                    <a:lumOff val="40000"/>
                  </a:schemeClr>
                </a:gs>
                <a:gs pos="95000">
                  <a:schemeClr val="accent3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DCC2B5C3-5352-43D4-DB6F-D0D57F5C0B95}"/>
              </a:ext>
            </a:extLst>
          </p:cNvPr>
          <p:cNvSpPr/>
          <p:nvPr/>
        </p:nvSpPr>
        <p:spPr>
          <a:xfrm>
            <a:off x="3584275" y="1287870"/>
            <a:ext cx="1645920" cy="188985"/>
          </a:xfrm>
          <a:prstGeom prst="chevron">
            <a:avLst/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546487D3-15C7-BA94-16BB-C696A6B9EAA1}"/>
              </a:ext>
            </a:extLst>
          </p:cNvPr>
          <p:cNvSpPr/>
          <p:nvPr/>
        </p:nvSpPr>
        <p:spPr>
          <a:xfrm>
            <a:off x="5273039" y="1287870"/>
            <a:ext cx="1645920" cy="188985"/>
          </a:xfrm>
          <a:prstGeom prst="chevron">
            <a:avLst/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3" name="Chevron 32">
            <a:extLst>
              <a:ext uri="{FF2B5EF4-FFF2-40B4-BE49-F238E27FC236}">
                <a16:creationId xmlns:a16="http://schemas.microsoft.com/office/drawing/2014/main" id="{6F07A46D-C360-B587-D12B-756C1AFF26AE}"/>
              </a:ext>
            </a:extLst>
          </p:cNvPr>
          <p:cNvSpPr/>
          <p:nvPr/>
        </p:nvSpPr>
        <p:spPr>
          <a:xfrm>
            <a:off x="6961803" y="1287870"/>
            <a:ext cx="1645920" cy="188985"/>
          </a:xfrm>
          <a:prstGeom prst="chevron">
            <a:avLst/>
          </a:prstGeom>
          <a:solidFill>
            <a:schemeClr val="accent6"/>
          </a:solidFill>
          <a:ln w="12700">
            <a:gradFill>
              <a:gsLst>
                <a:gs pos="5000">
                  <a:schemeClr val="accent6">
                    <a:lumMod val="60000"/>
                    <a:lumOff val="40000"/>
                  </a:schemeClr>
                </a:gs>
                <a:gs pos="95000">
                  <a:schemeClr val="accent6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7BB4DAF7-9FBD-DFB5-6A54-1C88773AB574}"/>
              </a:ext>
            </a:extLst>
          </p:cNvPr>
          <p:cNvSpPr/>
          <p:nvPr/>
        </p:nvSpPr>
        <p:spPr>
          <a:xfrm flipH="1">
            <a:off x="3584275" y="1658356"/>
            <a:ext cx="1088777" cy="327934"/>
          </a:xfrm>
          <a:prstGeom prst="homePlate">
            <a:avLst/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B7AB01EB-5A1D-0975-1501-FAD293A78225}"/>
              </a:ext>
            </a:extLst>
          </p:cNvPr>
          <p:cNvSpPr/>
          <p:nvPr/>
        </p:nvSpPr>
        <p:spPr>
          <a:xfrm flipH="1">
            <a:off x="1895511" y="1658356"/>
            <a:ext cx="1088777" cy="327934"/>
          </a:xfrm>
          <a:prstGeom prst="homePlate">
            <a:avLst/>
          </a:prstGeom>
          <a:solidFill>
            <a:schemeClr val="accent3"/>
          </a:solidFill>
          <a:ln w="12700">
            <a:gradFill>
              <a:gsLst>
                <a:gs pos="5000">
                  <a:schemeClr val="accent3">
                    <a:lumMod val="60000"/>
                    <a:lumOff val="40000"/>
                  </a:schemeClr>
                </a:gs>
                <a:gs pos="95000">
                  <a:schemeClr val="accent3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E3404C20-29C8-E974-01BC-BECF7A0DF32C}"/>
              </a:ext>
            </a:extLst>
          </p:cNvPr>
          <p:cNvSpPr/>
          <p:nvPr/>
        </p:nvSpPr>
        <p:spPr>
          <a:xfrm flipH="1">
            <a:off x="206747" y="1658356"/>
            <a:ext cx="1088777" cy="327934"/>
          </a:xfrm>
          <a:prstGeom prst="homePlate">
            <a:avLst/>
          </a:prstGeom>
          <a:solidFill>
            <a:schemeClr val="accent2"/>
          </a:solidFill>
          <a:ln w="12700">
            <a:gradFill>
              <a:gsLst>
                <a:gs pos="5000">
                  <a:schemeClr val="accent2">
                    <a:lumMod val="60000"/>
                    <a:lumOff val="40000"/>
                  </a:schemeClr>
                </a:gs>
                <a:gs pos="95000">
                  <a:schemeClr val="accent2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1BE8E98C-957C-AFF8-3DF8-9928714F0972}"/>
              </a:ext>
            </a:extLst>
          </p:cNvPr>
          <p:cNvSpPr/>
          <p:nvPr/>
        </p:nvSpPr>
        <p:spPr>
          <a:xfrm flipH="1">
            <a:off x="5273039" y="1658356"/>
            <a:ext cx="1088777" cy="327934"/>
          </a:xfrm>
          <a:prstGeom prst="homePlate">
            <a:avLst/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6E43967E-ED1C-5DFD-6B94-3C93B154A9F6}"/>
              </a:ext>
            </a:extLst>
          </p:cNvPr>
          <p:cNvSpPr/>
          <p:nvPr/>
        </p:nvSpPr>
        <p:spPr>
          <a:xfrm flipH="1">
            <a:off x="6961803" y="1658356"/>
            <a:ext cx="1088777" cy="327934"/>
          </a:xfrm>
          <a:prstGeom prst="homePlate">
            <a:avLst/>
          </a:prstGeom>
          <a:solidFill>
            <a:schemeClr val="accent6"/>
          </a:solidFill>
          <a:ln w="12700">
            <a:gradFill>
              <a:gsLst>
                <a:gs pos="5000">
                  <a:schemeClr val="accent6">
                    <a:lumMod val="60000"/>
                    <a:lumOff val="40000"/>
                  </a:schemeClr>
                </a:gs>
                <a:gs pos="95000">
                  <a:schemeClr val="accent6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B763B938-8C88-890A-5D0C-AB3C84D08F06}"/>
              </a:ext>
            </a:extLst>
          </p:cNvPr>
          <p:cNvSpPr/>
          <p:nvPr/>
        </p:nvSpPr>
        <p:spPr>
          <a:xfrm flipH="1">
            <a:off x="8650567" y="1658356"/>
            <a:ext cx="1088777" cy="327934"/>
          </a:xfrm>
          <a:prstGeom prst="homePlate">
            <a:avLst/>
          </a:prstGeom>
          <a:solidFill>
            <a:schemeClr val="tx2"/>
          </a:solidFill>
          <a:ln w="12700">
            <a:gradFill>
              <a:gsLst>
                <a:gs pos="5000">
                  <a:srgbClr val="4D5467"/>
                </a:gs>
                <a:gs pos="95000">
                  <a:schemeClr val="tx2"/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" name="Chevron 21">
            <a:extLst>
              <a:ext uri="{FF2B5EF4-FFF2-40B4-BE49-F238E27FC236}">
                <a16:creationId xmlns:a16="http://schemas.microsoft.com/office/drawing/2014/main" id="{7435CFC8-06F4-9045-2B2E-C1F7E572B912}"/>
              </a:ext>
            </a:extLst>
          </p:cNvPr>
          <p:cNvSpPr/>
          <p:nvPr/>
        </p:nvSpPr>
        <p:spPr>
          <a:xfrm>
            <a:off x="8650567" y="1287870"/>
            <a:ext cx="1645920" cy="188985"/>
          </a:xfrm>
          <a:prstGeom prst="chevron">
            <a:avLst/>
          </a:prstGeom>
          <a:solidFill>
            <a:schemeClr val="tx2"/>
          </a:solidFill>
          <a:ln w="12700">
            <a:gradFill>
              <a:gsLst>
                <a:gs pos="5000">
                  <a:srgbClr val="4D5467"/>
                </a:gs>
                <a:gs pos="95000">
                  <a:schemeClr val="tx2"/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B5D3BFCD-F6DC-E863-BE8A-607084A8555B}"/>
              </a:ext>
            </a:extLst>
          </p:cNvPr>
          <p:cNvSpPr/>
          <p:nvPr/>
        </p:nvSpPr>
        <p:spPr>
          <a:xfrm>
            <a:off x="3584275" y="2167791"/>
            <a:ext cx="1088777" cy="327934"/>
          </a:xfrm>
          <a:prstGeom prst="homePlate">
            <a:avLst/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8A06144F-9139-21EE-7412-BBBC2E41531B}"/>
              </a:ext>
            </a:extLst>
          </p:cNvPr>
          <p:cNvSpPr/>
          <p:nvPr/>
        </p:nvSpPr>
        <p:spPr>
          <a:xfrm>
            <a:off x="1895511" y="2167791"/>
            <a:ext cx="1088777" cy="327934"/>
          </a:xfrm>
          <a:prstGeom prst="homePlate">
            <a:avLst/>
          </a:prstGeom>
          <a:solidFill>
            <a:schemeClr val="accent3"/>
          </a:solidFill>
          <a:ln w="12700">
            <a:gradFill>
              <a:gsLst>
                <a:gs pos="5000">
                  <a:schemeClr val="accent3">
                    <a:lumMod val="60000"/>
                    <a:lumOff val="40000"/>
                  </a:schemeClr>
                </a:gs>
                <a:gs pos="95000">
                  <a:schemeClr val="accent3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6" name="Pentagon 25">
            <a:extLst>
              <a:ext uri="{FF2B5EF4-FFF2-40B4-BE49-F238E27FC236}">
                <a16:creationId xmlns:a16="http://schemas.microsoft.com/office/drawing/2014/main" id="{C2ED6A2A-680E-0ACB-D2A3-2979565C5C84}"/>
              </a:ext>
            </a:extLst>
          </p:cNvPr>
          <p:cNvSpPr/>
          <p:nvPr/>
        </p:nvSpPr>
        <p:spPr>
          <a:xfrm>
            <a:off x="206747" y="2167791"/>
            <a:ext cx="1088777" cy="327934"/>
          </a:xfrm>
          <a:prstGeom prst="homePlate">
            <a:avLst/>
          </a:prstGeom>
          <a:solidFill>
            <a:schemeClr val="accent2"/>
          </a:solidFill>
          <a:ln w="12700">
            <a:gradFill>
              <a:gsLst>
                <a:gs pos="5000">
                  <a:schemeClr val="accent2">
                    <a:lumMod val="60000"/>
                    <a:lumOff val="40000"/>
                  </a:schemeClr>
                </a:gs>
                <a:gs pos="95000">
                  <a:schemeClr val="accent2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77485AAC-0717-4ED3-1D9E-C386D354FB41}"/>
              </a:ext>
            </a:extLst>
          </p:cNvPr>
          <p:cNvSpPr/>
          <p:nvPr/>
        </p:nvSpPr>
        <p:spPr>
          <a:xfrm>
            <a:off x="5273039" y="2167791"/>
            <a:ext cx="1088777" cy="327934"/>
          </a:xfrm>
          <a:prstGeom prst="homePlate">
            <a:avLst/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0513D004-2C54-B414-A7DB-9D7A030095C0}"/>
              </a:ext>
            </a:extLst>
          </p:cNvPr>
          <p:cNvSpPr/>
          <p:nvPr/>
        </p:nvSpPr>
        <p:spPr>
          <a:xfrm>
            <a:off x="6961803" y="2167791"/>
            <a:ext cx="1088777" cy="327934"/>
          </a:xfrm>
          <a:prstGeom prst="homePlate">
            <a:avLst/>
          </a:prstGeom>
          <a:solidFill>
            <a:schemeClr val="accent6"/>
          </a:solidFill>
          <a:ln w="12700">
            <a:gradFill>
              <a:gsLst>
                <a:gs pos="5000">
                  <a:schemeClr val="accent6">
                    <a:lumMod val="60000"/>
                    <a:lumOff val="40000"/>
                  </a:schemeClr>
                </a:gs>
                <a:gs pos="95000">
                  <a:schemeClr val="accent6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34CC0BB1-F77F-0533-9AC3-DC09A0DF419B}"/>
              </a:ext>
            </a:extLst>
          </p:cNvPr>
          <p:cNvSpPr/>
          <p:nvPr/>
        </p:nvSpPr>
        <p:spPr>
          <a:xfrm>
            <a:off x="8650567" y="2167791"/>
            <a:ext cx="1088777" cy="327934"/>
          </a:xfrm>
          <a:prstGeom prst="homePlate">
            <a:avLst/>
          </a:prstGeom>
          <a:solidFill>
            <a:schemeClr val="tx2"/>
          </a:solidFill>
          <a:ln w="12700">
            <a:gradFill>
              <a:gsLst>
                <a:gs pos="5000">
                  <a:srgbClr val="4D5467"/>
                </a:gs>
                <a:gs pos="95000">
                  <a:schemeClr val="tx2"/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B7D963-9920-83F1-8B0F-998E227F2C7C}"/>
              </a:ext>
            </a:extLst>
          </p:cNvPr>
          <p:cNvSpPr/>
          <p:nvPr/>
        </p:nvSpPr>
        <p:spPr>
          <a:xfrm>
            <a:off x="206747" y="2677226"/>
            <a:ext cx="1554480" cy="366254"/>
          </a:xfrm>
          <a:prstGeom prst="roundRect">
            <a:avLst>
              <a:gd name="adj" fmla="val 15559"/>
            </a:avLst>
          </a:prstGeom>
          <a:solidFill>
            <a:schemeClr val="accent2"/>
          </a:solidFill>
          <a:ln w="12700">
            <a:gradFill>
              <a:gsLst>
                <a:gs pos="5000">
                  <a:schemeClr val="accent2">
                    <a:lumMod val="60000"/>
                    <a:lumOff val="40000"/>
                  </a:schemeClr>
                </a:gs>
                <a:gs pos="95000">
                  <a:schemeClr val="accent2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AC2EABB-C78D-570A-F981-13C7FE6900D3}"/>
              </a:ext>
            </a:extLst>
          </p:cNvPr>
          <p:cNvSpPr/>
          <p:nvPr/>
        </p:nvSpPr>
        <p:spPr>
          <a:xfrm>
            <a:off x="5273039" y="2677226"/>
            <a:ext cx="1554480" cy="366254"/>
          </a:xfrm>
          <a:prstGeom prst="roundRect">
            <a:avLst>
              <a:gd name="adj" fmla="val 15559"/>
            </a:avLst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B9F850E-34B7-5D50-7723-EE59CA48AFD9}"/>
              </a:ext>
            </a:extLst>
          </p:cNvPr>
          <p:cNvSpPr/>
          <p:nvPr/>
        </p:nvSpPr>
        <p:spPr>
          <a:xfrm>
            <a:off x="1895511" y="2677226"/>
            <a:ext cx="1554480" cy="366254"/>
          </a:xfrm>
          <a:prstGeom prst="roundRect">
            <a:avLst>
              <a:gd name="adj" fmla="val 15559"/>
            </a:avLst>
          </a:prstGeom>
          <a:solidFill>
            <a:schemeClr val="accent3"/>
          </a:solidFill>
          <a:ln w="12700">
            <a:gradFill>
              <a:gsLst>
                <a:gs pos="5000">
                  <a:schemeClr val="accent3">
                    <a:lumMod val="60000"/>
                    <a:lumOff val="40000"/>
                  </a:schemeClr>
                </a:gs>
                <a:gs pos="95000">
                  <a:schemeClr val="accent3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50D7245-5D24-8E1F-9DE2-8CCB5606B40D}"/>
              </a:ext>
            </a:extLst>
          </p:cNvPr>
          <p:cNvSpPr/>
          <p:nvPr/>
        </p:nvSpPr>
        <p:spPr>
          <a:xfrm>
            <a:off x="3584275" y="2677226"/>
            <a:ext cx="1554480" cy="366254"/>
          </a:xfrm>
          <a:prstGeom prst="roundRect">
            <a:avLst>
              <a:gd name="adj" fmla="val 15559"/>
            </a:avLst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EB73A3C-8FBD-594A-34C5-88C503316C83}"/>
              </a:ext>
            </a:extLst>
          </p:cNvPr>
          <p:cNvSpPr/>
          <p:nvPr/>
        </p:nvSpPr>
        <p:spPr>
          <a:xfrm>
            <a:off x="6961803" y="2677226"/>
            <a:ext cx="1554480" cy="366254"/>
          </a:xfrm>
          <a:prstGeom prst="roundRect">
            <a:avLst>
              <a:gd name="adj" fmla="val 15559"/>
            </a:avLst>
          </a:prstGeom>
          <a:solidFill>
            <a:schemeClr val="accent6"/>
          </a:solidFill>
          <a:ln w="12700">
            <a:gradFill>
              <a:gsLst>
                <a:gs pos="5000">
                  <a:schemeClr val="accent6">
                    <a:lumMod val="60000"/>
                    <a:lumOff val="40000"/>
                  </a:schemeClr>
                </a:gs>
                <a:gs pos="95000">
                  <a:schemeClr val="accent6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F2624F7-165E-7F51-EEA6-A7CF79EF98CB}"/>
              </a:ext>
            </a:extLst>
          </p:cNvPr>
          <p:cNvSpPr/>
          <p:nvPr/>
        </p:nvSpPr>
        <p:spPr>
          <a:xfrm>
            <a:off x="8650567" y="2677226"/>
            <a:ext cx="1554480" cy="366254"/>
          </a:xfrm>
          <a:prstGeom prst="roundRect">
            <a:avLst>
              <a:gd name="adj" fmla="val 15559"/>
            </a:avLst>
          </a:prstGeom>
          <a:solidFill>
            <a:schemeClr val="tx2"/>
          </a:solidFill>
          <a:ln w="12700">
            <a:gradFill>
              <a:gsLst>
                <a:gs pos="5000">
                  <a:srgbClr val="4D5467"/>
                </a:gs>
                <a:gs pos="95000">
                  <a:schemeClr val="tx2"/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43F766C8-A965-21CC-A185-8788A1C8E628}"/>
              </a:ext>
            </a:extLst>
          </p:cNvPr>
          <p:cNvSpPr/>
          <p:nvPr/>
        </p:nvSpPr>
        <p:spPr>
          <a:xfrm>
            <a:off x="10339333" y="2677226"/>
            <a:ext cx="1554480" cy="358368"/>
          </a:xfrm>
          <a:prstGeom prst="roundRect">
            <a:avLst>
              <a:gd name="adj" fmla="val 15901"/>
            </a:avLst>
          </a:prstGeom>
          <a:gradFill>
            <a:gsLst>
              <a:gs pos="95000">
                <a:schemeClr val="accent4"/>
              </a:gs>
              <a:gs pos="6000">
                <a:schemeClr val="accent6"/>
              </a:gs>
            </a:gsLst>
            <a:lin ang="6000000" scaled="0"/>
          </a:gra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11F3865C-A629-45AD-0780-EE87D26B801E}"/>
              </a:ext>
            </a:extLst>
          </p:cNvPr>
          <p:cNvSpPr/>
          <p:nvPr/>
        </p:nvSpPr>
        <p:spPr>
          <a:xfrm>
            <a:off x="1895511" y="687382"/>
            <a:ext cx="1645920" cy="418987"/>
          </a:xfrm>
          <a:prstGeom prst="chevron">
            <a:avLst/>
          </a:prstGeom>
          <a:solidFill>
            <a:schemeClr val="accent3"/>
          </a:solidFill>
          <a:ln w="12700">
            <a:gradFill>
              <a:gsLst>
                <a:gs pos="5000">
                  <a:schemeClr val="accent3">
                    <a:lumMod val="60000"/>
                    <a:lumOff val="40000"/>
                  </a:schemeClr>
                </a:gs>
                <a:gs pos="95000">
                  <a:schemeClr val="accent3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80BBFCBC-3AF5-05C5-CB6E-2FCCB6AB6CF3}"/>
              </a:ext>
            </a:extLst>
          </p:cNvPr>
          <p:cNvSpPr/>
          <p:nvPr/>
        </p:nvSpPr>
        <p:spPr>
          <a:xfrm>
            <a:off x="3584275" y="687382"/>
            <a:ext cx="1645920" cy="418987"/>
          </a:xfrm>
          <a:prstGeom prst="chevron">
            <a:avLst/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E2D9AFFA-E5B1-5EBA-C54C-73B0EA7A320A}"/>
              </a:ext>
            </a:extLst>
          </p:cNvPr>
          <p:cNvSpPr/>
          <p:nvPr/>
        </p:nvSpPr>
        <p:spPr>
          <a:xfrm>
            <a:off x="5273039" y="687382"/>
            <a:ext cx="1645920" cy="418987"/>
          </a:xfrm>
          <a:prstGeom prst="chevron">
            <a:avLst/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32" name="Chevron 31">
            <a:extLst>
              <a:ext uri="{FF2B5EF4-FFF2-40B4-BE49-F238E27FC236}">
                <a16:creationId xmlns:a16="http://schemas.microsoft.com/office/drawing/2014/main" id="{4B150B24-4798-7D5D-D49C-85D623585EB3}"/>
              </a:ext>
            </a:extLst>
          </p:cNvPr>
          <p:cNvSpPr/>
          <p:nvPr/>
        </p:nvSpPr>
        <p:spPr>
          <a:xfrm>
            <a:off x="6961803" y="687382"/>
            <a:ext cx="1645920" cy="418987"/>
          </a:xfrm>
          <a:prstGeom prst="chevron">
            <a:avLst/>
          </a:prstGeom>
          <a:solidFill>
            <a:schemeClr val="accent6"/>
          </a:solidFill>
          <a:ln w="12700">
            <a:gradFill>
              <a:gsLst>
                <a:gs pos="5000">
                  <a:schemeClr val="accent6">
                    <a:lumMod val="60000"/>
                    <a:lumOff val="40000"/>
                  </a:schemeClr>
                </a:gs>
                <a:gs pos="95000">
                  <a:schemeClr val="accent6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13" name="Chevron 12">
            <a:extLst>
              <a:ext uri="{FF2B5EF4-FFF2-40B4-BE49-F238E27FC236}">
                <a16:creationId xmlns:a16="http://schemas.microsoft.com/office/drawing/2014/main" id="{09777D47-6936-C257-D838-4BC94AACB064}"/>
              </a:ext>
            </a:extLst>
          </p:cNvPr>
          <p:cNvSpPr/>
          <p:nvPr/>
        </p:nvSpPr>
        <p:spPr>
          <a:xfrm>
            <a:off x="8650567" y="687382"/>
            <a:ext cx="1645920" cy="418987"/>
          </a:xfrm>
          <a:prstGeom prst="chevron">
            <a:avLst/>
          </a:prstGeom>
          <a:solidFill>
            <a:schemeClr val="tx2"/>
          </a:solidFill>
          <a:ln w="12700">
            <a:gradFill>
              <a:gsLst>
                <a:gs pos="5000">
                  <a:srgbClr val="4D5467"/>
                </a:gs>
                <a:gs pos="95000">
                  <a:schemeClr val="tx2"/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92" name="Chevron 91">
            <a:extLst>
              <a:ext uri="{FF2B5EF4-FFF2-40B4-BE49-F238E27FC236}">
                <a16:creationId xmlns:a16="http://schemas.microsoft.com/office/drawing/2014/main" id="{1197E576-EC20-F698-B236-D57D9B798DCE}"/>
              </a:ext>
            </a:extLst>
          </p:cNvPr>
          <p:cNvSpPr/>
          <p:nvPr/>
        </p:nvSpPr>
        <p:spPr>
          <a:xfrm>
            <a:off x="10339333" y="687382"/>
            <a:ext cx="1645920" cy="418987"/>
          </a:xfrm>
          <a:prstGeom prst="chevron">
            <a:avLst/>
          </a:prstGeom>
          <a:gradFill>
            <a:gsLst>
              <a:gs pos="95000">
                <a:schemeClr val="accent4"/>
              </a:gs>
              <a:gs pos="6000">
                <a:schemeClr val="accent6"/>
              </a:gs>
            </a:gsLst>
            <a:lin ang="6000000" scaled="0"/>
          </a:gra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91440" tIns="91440" rIns="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94" name="Pentagon 93">
            <a:extLst>
              <a:ext uri="{FF2B5EF4-FFF2-40B4-BE49-F238E27FC236}">
                <a16:creationId xmlns:a16="http://schemas.microsoft.com/office/drawing/2014/main" id="{62AD0E7A-3F49-D792-7EEB-59696A2572E8}"/>
              </a:ext>
            </a:extLst>
          </p:cNvPr>
          <p:cNvSpPr/>
          <p:nvPr/>
        </p:nvSpPr>
        <p:spPr>
          <a:xfrm flipH="1">
            <a:off x="10339333" y="1658356"/>
            <a:ext cx="1088777" cy="327934"/>
          </a:xfrm>
          <a:prstGeom prst="homePlate">
            <a:avLst/>
          </a:prstGeom>
          <a:gradFill>
            <a:gsLst>
              <a:gs pos="95000">
                <a:schemeClr val="accent4"/>
              </a:gs>
              <a:gs pos="6000">
                <a:schemeClr val="accent6"/>
              </a:gs>
            </a:gsLst>
            <a:lin ang="6000000" scaled="0"/>
          </a:gra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5" name="Chevron 94">
            <a:extLst>
              <a:ext uri="{FF2B5EF4-FFF2-40B4-BE49-F238E27FC236}">
                <a16:creationId xmlns:a16="http://schemas.microsoft.com/office/drawing/2014/main" id="{5C8DB270-553E-62F5-9D41-038E6B6A6D6F}"/>
              </a:ext>
            </a:extLst>
          </p:cNvPr>
          <p:cNvSpPr/>
          <p:nvPr/>
        </p:nvSpPr>
        <p:spPr>
          <a:xfrm>
            <a:off x="10339333" y="1287870"/>
            <a:ext cx="1645920" cy="188985"/>
          </a:xfrm>
          <a:prstGeom prst="chevron">
            <a:avLst/>
          </a:prstGeom>
          <a:gradFill>
            <a:gsLst>
              <a:gs pos="95000">
                <a:schemeClr val="accent4"/>
              </a:gs>
              <a:gs pos="6000">
                <a:schemeClr val="accent6"/>
              </a:gs>
            </a:gsLst>
            <a:lin ang="6000000" scaled="0"/>
          </a:gra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6" name="Pentagon 95">
            <a:extLst>
              <a:ext uri="{FF2B5EF4-FFF2-40B4-BE49-F238E27FC236}">
                <a16:creationId xmlns:a16="http://schemas.microsoft.com/office/drawing/2014/main" id="{02B26EA7-3ADA-223D-1CFC-597F3603C614}"/>
              </a:ext>
            </a:extLst>
          </p:cNvPr>
          <p:cNvSpPr/>
          <p:nvPr/>
        </p:nvSpPr>
        <p:spPr>
          <a:xfrm>
            <a:off x="10339333" y="2167791"/>
            <a:ext cx="1088777" cy="327934"/>
          </a:xfrm>
          <a:prstGeom prst="homePlate">
            <a:avLst/>
          </a:prstGeom>
          <a:gradFill>
            <a:gsLst>
              <a:gs pos="95000">
                <a:schemeClr val="accent4"/>
              </a:gs>
              <a:gs pos="6000">
                <a:schemeClr val="accent6"/>
              </a:gs>
            </a:gsLst>
            <a:lin ang="6000000" scaled="0"/>
          </a:gra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00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8" name="Pentagon 97">
            <a:extLst>
              <a:ext uri="{FF2B5EF4-FFF2-40B4-BE49-F238E27FC236}">
                <a16:creationId xmlns:a16="http://schemas.microsoft.com/office/drawing/2014/main" id="{FA93F6BF-DAE1-4C5F-51FF-DAE086E861C9}"/>
              </a:ext>
            </a:extLst>
          </p:cNvPr>
          <p:cNvSpPr/>
          <p:nvPr/>
        </p:nvSpPr>
        <p:spPr>
          <a:xfrm>
            <a:off x="206747" y="4041283"/>
            <a:ext cx="1645920" cy="188985"/>
          </a:xfrm>
          <a:prstGeom prst="homePlate">
            <a:avLst>
              <a:gd name="adj" fmla="val 51795"/>
            </a:avLst>
          </a:prstGeom>
          <a:noFill/>
          <a:ln w="12700">
            <a:solidFill>
              <a:schemeClr val="accent2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99" name="Chevron 98">
            <a:extLst>
              <a:ext uri="{FF2B5EF4-FFF2-40B4-BE49-F238E27FC236}">
                <a16:creationId xmlns:a16="http://schemas.microsoft.com/office/drawing/2014/main" id="{797971DD-FDB4-1C79-8ABD-F0CD0BBF7F79}"/>
              </a:ext>
            </a:extLst>
          </p:cNvPr>
          <p:cNvSpPr/>
          <p:nvPr/>
        </p:nvSpPr>
        <p:spPr>
          <a:xfrm>
            <a:off x="1895511" y="4042790"/>
            <a:ext cx="1645920" cy="188985"/>
          </a:xfrm>
          <a:prstGeom prst="chevron">
            <a:avLst/>
          </a:prstGeom>
          <a:noFill/>
          <a:ln w="12700">
            <a:solidFill>
              <a:schemeClr val="accent3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100" name="Chevron 99">
            <a:extLst>
              <a:ext uri="{FF2B5EF4-FFF2-40B4-BE49-F238E27FC236}">
                <a16:creationId xmlns:a16="http://schemas.microsoft.com/office/drawing/2014/main" id="{F2C35937-9511-06A8-A387-35D368AB1D9E}"/>
              </a:ext>
            </a:extLst>
          </p:cNvPr>
          <p:cNvSpPr/>
          <p:nvPr/>
        </p:nvSpPr>
        <p:spPr>
          <a:xfrm>
            <a:off x="3584275" y="4042790"/>
            <a:ext cx="1645920" cy="188985"/>
          </a:xfrm>
          <a:prstGeom prst="chevron">
            <a:avLst/>
          </a:prstGeom>
          <a:noFill/>
          <a:ln w="12700">
            <a:solidFill>
              <a:schemeClr val="accent4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101" name="Chevron 100">
            <a:extLst>
              <a:ext uri="{FF2B5EF4-FFF2-40B4-BE49-F238E27FC236}">
                <a16:creationId xmlns:a16="http://schemas.microsoft.com/office/drawing/2014/main" id="{5F0FDF32-2575-E378-9BE9-08676DAE3109}"/>
              </a:ext>
            </a:extLst>
          </p:cNvPr>
          <p:cNvSpPr/>
          <p:nvPr/>
        </p:nvSpPr>
        <p:spPr>
          <a:xfrm>
            <a:off x="5273039" y="4042790"/>
            <a:ext cx="1645920" cy="188985"/>
          </a:xfrm>
          <a:prstGeom prst="chevron">
            <a:avLst/>
          </a:prstGeom>
          <a:noFill/>
          <a:ln w="12700">
            <a:solidFill>
              <a:schemeClr val="accent5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102" name="Chevron 101">
            <a:extLst>
              <a:ext uri="{FF2B5EF4-FFF2-40B4-BE49-F238E27FC236}">
                <a16:creationId xmlns:a16="http://schemas.microsoft.com/office/drawing/2014/main" id="{AE5C2659-AE1C-C280-E94F-CFE383C57397}"/>
              </a:ext>
            </a:extLst>
          </p:cNvPr>
          <p:cNvSpPr/>
          <p:nvPr/>
        </p:nvSpPr>
        <p:spPr>
          <a:xfrm>
            <a:off x="6961803" y="4042790"/>
            <a:ext cx="1645920" cy="188985"/>
          </a:xfrm>
          <a:prstGeom prst="chevron">
            <a:avLst/>
          </a:prstGeom>
          <a:noFill/>
          <a:ln w="12700">
            <a:solidFill>
              <a:schemeClr val="accent6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103" name="Pentagon 102">
            <a:extLst>
              <a:ext uri="{FF2B5EF4-FFF2-40B4-BE49-F238E27FC236}">
                <a16:creationId xmlns:a16="http://schemas.microsoft.com/office/drawing/2014/main" id="{D8A917ED-17D5-2447-D645-C62E5FFC6120}"/>
              </a:ext>
            </a:extLst>
          </p:cNvPr>
          <p:cNvSpPr/>
          <p:nvPr/>
        </p:nvSpPr>
        <p:spPr>
          <a:xfrm flipH="1">
            <a:off x="3584275" y="4414783"/>
            <a:ext cx="1088777" cy="327934"/>
          </a:xfrm>
          <a:prstGeom prst="homePlate">
            <a:avLst/>
          </a:prstGeom>
          <a:noFill/>
          <a:ln w="12700">
            <a:solidFill>
              <a:schemeClr val="accent4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04" name="Pentagon 103">
            <a:extLst>
              <a:ext uri="{FF2B5EF4-FFF2-40B4-BE49-F238E27FC236}">
                <a16:creationId xmlns:a16="http://schemas.microsoft.com/office/drawing/2014/main" id="{571FB3E6-A91F-3152-B674-9545EC4F08D5}"/>
              </a:ext>
            </a:extLst>
          </p:cNvPr>
          <p:cNvSpPr/>
          <p:nvPr/>
        </p:nvSpPr>
        <p:spPr>
          <a:xfrm flipH="1">
            <a:off x="1895511" y="4414783"/>
            <a:ext cx="1088777" cy="327934"/>
          </a:xfrm>
          <a:prstGeom prst="homePlate">
            <a:avLst/>
          </a:prstGeom>
          <a:noFill/>
          <a:ln w="12700">
            <a:solidFill>
              <a:schemeClr val="accent3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05" name="Pentagon 104">
            <a:extLst>
              <a:ext uri="{FF2B5EF4-FFF2-40B4-BE49-F238E27FC236}">
                <a16:creationId xmlns:a16="http://schemas.microsoft.com/office/drawing/2014/main" id="{F3C1A32D-429B-B22C-D67D-3651C0882F53}"/>
              </a:ext>
            </a:extLst>
          </p:cNvPr>
          <p:cNvSpPr/>
          <p:nvPr/>
        </p:nvSpPr>
        <p:spPr>
          <a:xfrm flipH="1">
            <a:off x="206747" y="4411769"/>
            <a:ext cx="1088777" cy="327934"/>
          </a:xfrm>
          <a:prstGeom prst="homePlate">
            <a:avLst/>
          </a:prstGeom>
          <a:noFill/>
          <a:ln w="12700">
            <a:solidFill>
              <a:schemeClr val="accent2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06" name="Pentagon 105">
            <a:extLst>
              <a:ext uri="{FF2B5EF4-FFF2-40B4-BE49-F238E27FC236}">
                <a16:creationId xmlns:a16="http://schemas.microsoft.com/office/drawing/2014/main" id="{F4151103-8375-29CE-221B-51BC6054FE59}"/>
              </a:ext>
            </a:extLst>
          </p:cNvPr>
          <p:cNvSpPr/>
          <p:nvPr/>
        </p:nvSpPr>
        <p:spPr>
          <a:xfrm flipH="1">
            <a:off x="5273039" y="4414783"/>
            <a:ext cx="1088777" cy="327934"/>
          </a:xfrm>
          <a:prstGeom prst="homePlate">
            <a:avLst/>
          </a:prstGeom>
          <a:noFill/>
          <a:ln w="12700">
            <a:solidFill>
              <a:schemeClr val="accent5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07" name="Pentagon 106">
            <a:extLst>
              <a:ext uri="{FF2B5EF4-FFF2-40B4-BE49-F238E27FC236}">
                <a16:creationId xmlns:a16="http://schemas.microsoft.com/office/drawing/2014/main" id="{F6C57541-60E0-1B4F-83FC-BE5D1B3ECB83}"/>
              </a:ext>
            </a:extLst>
          </p:cNvPr>
          <p:cNvSpPr/>
          <p:nvPr/>
        </p:nvSpPr>
        <p:spPr>
          <a:xfrm flipH="1">
            <a:off x="6961803" y="4414783"/>
            <a:ext cx="1088777" cy="327934"/>
          </a:xfrm>
          <a:prstGeom prst="homePlate">
            <a:avLst/>
          </a:prstGeom>
          <a:noFill/>
          <a:ln w="12700">
            <a:solidFill>
              <a:schemeClr val="accent6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08" name="Pentagon 107">
            <a:extLst>
              <a:ext uri="{FF2B5EF4-FFF2-40B4-BE49-F238E27FC236}">
                <a16:creationId xmlns:a16="http://schemas.microsoft.com/office/drawing/2014/main" id="{63C15479-3695-F80F-B591-C484028ECDC8}"/>
              </a:ext>
            </a:extLst>
          </p:cNvPr>
          <p:cNvSpPr/>
          <p:nvPr/>
        </p:nvSpPr>
        <p:spPr>
          <a:xfrm flipH="1">
            <a:off x="8650567" y="4411769"/>
            <a:ext cx="1088777" cy="327934"/>
          </a:xfrm>
          <a:prstGeom prst="homePlate">
            <a:avLst/>
          </a:prstGeom>
          <a:noFill/>
          <a:ln w="12700">
            <a:solidFill>
              <a:schemeClr val="tx1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09" name="Chevron 108">
            <a:extLst>
              <a:ext uri="{FF2B5EF4-FFF2-40B4-BE49-F238E27FC236}">
                <a16:creationId xmlns:a16="http://schemas.microsoft.com/office/drawing/2014/main" id="{5112E0EE-A6A7-63A6-4821-65D0D1B4F079}"/>
              </a:ext>
            </a:extLst>
          </p:cNvPr>
          <p:cNvSpPr/>
          <p:nvPr/>
        </p:nvSpPr>
        <p:spPr>
          <a:xfrm>
            <a:off x="8650567" y="4041283"/>
            <a:ext cx="1645920" cy="188985"/>
          </a:xfrm>
          <a:prstGeom prst="chevron">
            <a:avLst/>
          </a:prstGeom>
          <a:noFill/>
          <a:ln w="12700">
            <a:solidFill>
              <a:schemeClr val="tx1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110" name="Pentagon 109">
            <a:extLst>
              <a:ext uri="{FF2B5EF4-FFF2-40B4-BE49-F238E27FC236}">
                <a16:creationId xmlns:a16="http://schemas.microsoft.com/office/drawing/2014/main" id="{FC8D9CFE-27EC-A1E2-A917-8B9B63ACAEA8}"/>
              </a:ext>
            </a:extLst>
          </p:cNvPr>
          <p:cNvSpPr/>
          <p:nvPr/>
        </p:nvSpPr>
        <p:spPr>
          <a:xfrm>
            <a:off x="3584275" y="4925725"/>
            <a:ext cx="1088777" cy="327934"/>
          </a:xfrm>
          <a:prstGeom prst="homePlate">
            <a:avLst/>
          </a:prstGeom>
          <a:noFill/>
          <a:ln w="12700">
            <a:solidFill>
              <a:schemeClr val="accent4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11" name="Pentagon 110">
            <a:extLst>
              <a:ext uri="{FF2B5EF4-FFF2-40B4-BE49-F238E27FC236}">
                <a16:creationId xmlns:a16="http://schemas.microsoft.com/office/drawing/2014/main" id="{B888E9B5-0B89-71CA-49BF-FAD92825A1A5}"/>
              </a:ext>
            </a:extLst>
          </p:cNvPr>
          <p:cNvSpPr/>
          <p:nvPr/>
        </p:nvSpPr>
        <p:spPr>
          <a:xfrm>
            <a:off x="1895511" y="4925725"/>
            <a:ext cx="1088777" cy="327934"/>
          </a:xfrm>
          <a:prstGeom prst="homePlate">
            <a:avLst/>
          </a:prstGeom>
          <a:noFill/>
          <a:ln w="12700">
            <a:solidFill>
              <a:schemeClr val="accent3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12" name="Pentagon 111">
            <a:extLst>
              <a:ext uri="{FF2B5EF4-FFF2-40B4-BE49-F238E27FC236}">
                <a16:creationId xmlns:a16="http://schemas.microsoft.com/office/drawing/2014/main" id="{032F87A4-2F43-C93F-0601-572397CCDD49}"/>
              </a:ext>
            </a:extLst>
          </p:cNvPr>
          <p:cNvSpPr/>
          <p:nvPr/>
        </p:nvSpPr>
        <p:spPr>
          <a:xfrm>
            <a:off x="206747" y="4921204"/>
            <a:ext cx="1088777" cy="327934"/>
          </a:xfrm>
          <a:prstGeom prst="homePlate">
            <a:avLst/>
          </a:prstGeom>
          <a:noFill/>
          <a:ln w="12700">
            <a:solidFill>
              <a:schemeClr val="accent2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13" name="Pentagon 112">
            <a:extLst>
              <a:ext uri="{FF2B5EF4-FFF2-40B4-BE49-F238E27FC236}">
                <a16:creationId xmlns:a16="http://schemas.microsoft.com/office/drawing/2014/main" id="{6F67CC56-38F8-CCD6-C84A-AB65B4D4E1F8}"/>
              </a:ext>
            </a:extLst>
          </p:cNvPr>
          <p:cNvSpPr/>
          <p:nvPr/>
        </p:nvSpPr>
        <p:spPr>
          <a:xfrm>
            <a:off x="5273039" y="4925725"/>
            <a:ext cx="1088777" cy="327934"/>
          </a:xfrm>
          <a:prstGeom prst="homePlate">
            <a:avLst/>
          </a:prstGeom>
          <a:noFill/>
          <a:ln w="12700">
            <a:solidFill>
              <a:schemeClr val="accent5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14" name="Pentagon 113">
            <a:extLst>
              <a:ext uri="{FF2B5EF4-FFF2-40B4-BE49-F238E27FC236}">
                <a16:creationId xmlns:a16="http://schemas.microsoft.com/office/drawing/2014/main" id="{8C85E8AE-CE8B-CEB8-0602-15D3CFBFA59C}"/>
              </a:ext>
            </a:extLst>
          </p:cNvPr>
          <p:cNvSpPr/>
          <p:nvPr/>
        </p:nvSpPr>
        <p:spPr>
          <a:xfrm>
            <a:off x="6961803" y="4925725"/>
            <a:ext cx="1088777" cy="327934"/>
          </a:xfrm>
          <a:prstGeom prst="homePlate">
            <a:avLst/>
          </a:prstGeom>
          <a:noFill/>
          <a:ln w="12700">
            <a:solidFill>
              <a:schemeClr val="accent6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15" name="Pentagon 114">
            <a:extLst>
              <a:ext uri="{FF2B5EF4-FFF2-40B4-BE49-F238E27FC236}">
                <a16:creationId xmlns:a16="http://schemas.microsoft.com/office/drawing/2014/main" id="{8408BF0B-5F18-2C88-53A5-8BBDF646C669}"/>
              </a:ext>
            </a:extLst>
          </p:cNvPr>
          <p:cNvSpPr/>
          <p:nvPr/>
        </p:nvSpPr>
        <p:spPr>
          <a:xfrm>
            <a:off x="8650567" y="4921204"/>
            <a:ext cx="1088777" cy="327934"/>
          </a:xfrm>
          <a:prstGeom prst="homePlate">
            <a:avLst/>
          </a:prstGeom>
          <a:noFill/>
          <a:ln w="12700">
            <a:solidFill>
              <a:schemeClr val="tx1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E75D0BC-4321-D7A1-911E-D1256AFA0B95}"/>
              </a:ext>
            </a:extLst>
          </p:cNvPr>
          <p:cNvSpPr/>
          <p:nvPr/>
        </p:nvSpPr>
        <p:spPr>
          <a:xfrm>
            <a:off x="10339333" y="5430639"/>
            <a:ext cx="1554480" cy="358368"/>
          </a:xfrm>
          <a:prstGeom prst="roundRect">
            <a:avLst>
              <a:gd name="adj" fmla="val 15901"/>
            </a:avLst>
          </a:prstGeom>
          <a:noFill/>
          <a:ln w="12700">
            <a:gradFill>
              <a:gsLst>
                <a:gs pos="5000">
                  <a:schemeClr val="accent6"/>
                </a:gs>
                <a:gs pos="95000">
                  <a:schemeClr val="accent3"/>
                </a:gs>
              </a:gsLst>
              <a:lin ang="60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en-US" sz="1000"/>
              <a:t>Lorem ipsum dolor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D3D99DDD-5A5A-A003-6FF5-74D0BC2B8CAF}"/>
              </a:ext>
            </a:extLst>
          </p:cNvPr>
          <p:cNvSpPr/>
          <p:nvPr/>
        </p:nvSpPr>
        <p:spPr>
          <a:xfrm>
            <a:off x="206747" y="5428665"/>
            <a:ext cx="1554480" cy="366254"/>
          </a:xfrm>
          <a:prstGeom prst="roundRect">
            <a:avLst>
              <a:gd name="adj" fmla="val 15559"/>
            </a:avLst>
          </a:prstGeom>
          <a:noFill/>
          <a:ln w="12700">
            <a:solidFill>
              <a:schemeClr val="accent2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9E8244F1-A2EF-1B54-8BDF-6ACC984EE3E9}"/>
              </a:ext>
            </a:extLst>
          </p:cNvPr>
          <p:cNvSpPr/>
          <p:nvPr/>
        </p:nvSpPr>
        <p:spPr>
          <a:xfrm>
            <a:off x="1895511" y="5436200"/>
            <a:ext cx="1554480" cy="366254"/>
          </a:xfrm>
          <a:prstGeom prst="roundRect">
            <a:avLst>
              <a:gd name="adj" fmla="val 15559"/>
            </a:avLst>
          </a:prstGeom>
          <a:noFill/>
          <a:ln w="12700">
            <a:solidFill>
              <a:schemeClr val="accent3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FA81DAE2-986C-0D53-9F54-63B7DE3A32F1}"/>
              </a:ext>
            </a:extLst>
          </p:cNvPr>
          <p:cNvSpPr/>
          <p:nvPr/>
        </p:nvSpPr>
        <p:spPr>
          <a:xfrm>
            <a:off x="3584275" y="5436200"/>
            <a:ext cx="1554480" cy="366254"/>
          </a:xfrm>
          <a:prstGeom prst="roundRect">
            <a:avLst>
              <a:gd name="adj" fmla="val 15559"/>
            </a:avLst>
          </a:prstGeom>
          <a:noFill/>
          <a:ln w="12700">
            <a:solidFill>
              <a:schemeClr val="accent4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E548E9CE-7DB8-E112-405F-D0513313ED45}"/>
              </a:ext>
            </a:extLst>
          </p:cNvPr>
          <p:cNvSpPr/>
          <p:nvPr/>
        </p:nvSpPr>
        <p:spPr>
          <a:xfrm>
            <a:off x="5273039" y="5436200"/>
            <a:ext cx="1554480" cy="366254"/>
          </a:xfrm>
          <a:prstGeom prst="roundRect">
            <a:avLst>
              <a:gd name="adj" fmla="val 15559"/>
            </a:avLst>
          </a:prstGeom>
          <a:noFill/>
          <a:ln w="12700">
            <a:solidFill>
              <a:schemeClr val="accent5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F123E420-B6CE-EB36-7B19-2126B4EA1E4A}"/>
              </a:ext>
            </a:extLst>
          </p:cNvPr>
          <p:cNvSpPr/>
          <p:nvPr/>
        </p:nvSpPr>
        <p:spPr>
          <a:xfrm>
            <a:off x="6961803" y="5436200"/>
            <a:ext cx="1554480" cy="366254"/>
          </a:xfrm>
          <a:prstGeom prst="roundRect">
            <a:avLst>
              <a:gd name="adj" fmla="val 15559"/>
            </a:avLst>
          </a:prstGeom>
          <a:noFill/>
          <a:ln w="12700">
            <a:solidFill>
              <a:schemeClr val="accent6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23" name="Chevron 122">
            <a:extLst>
              <a:ext uri="{FF2B5EF4-FFF2-40B4-BE49-F238E27FC236}">
                <a16:creationId xmlns:a16="http://schemas.microsoft.com/office/drawing/2014/main" id="{DAD82E4A-4F0D-DD7F-6FF5-9004EAC8CDDF}"/>
              </a:ext>
            </a:extLst>
          </p:cNvPr>
          <p:cNvSpPr/>
          <p:nvPr/>
        </p:nvSpPr>
        <p:spPr>
          <a:xfrm>
            <a:off x="1895511" y="3440795"/>
            <a:ext cx="1645920" cy="418987"/>
          </a:xfrm>
          <a:prstGeom prst="chevron">
            <a:avLst/>
          </a:prstGeom>
          <a:noFill/>
          <a:ln w="12700">
            <a:solidFill>
              <a:schemeClr val="accent3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24" name="Chevron 123">
            <a:extLst>
              <a:ext uri="{FF2B5EF4-FFF2-40B4-BE49-F238E27FC236}">
                <a16:creationId xmlns:a16="http://schemas.microsoft.com/office/drawing/2014/main" id="{338560B9-4899-0C30-E72B-792DAF0524E3}"/>
              </a:ext>
            </a:extLst>
          </p:cNvPr>
          <p:cNvSpPr/>
          <p:nvPr/>
        </p:nvSpPr>
        <p:spPr>
          <a:xfrm>
            <a:off x="3584275" y="3440795"/>
            <a:ext cx="1645920" cy="418987"/>
          </a:xfrm>
          <a:prstGeom prst="chevron">
            <a:avLst/>
          </a:prstGeom>
          <a:noFill/>
          <a:ln w="12700">
            <a:solidFill>
              <a:schemeClr val="accent4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25" name="Chevron 124">
            <a:extLst>
              <a:ext uri="{FF2B5EF4-FFF2-40B4-BE49-F238E27FC236}">
                <a16:creationId xmlns:a16="http://schemas.microsoft.com/office/drawing/2014/main" id="{53696AE8-9B82-7979-31EB-57181B03A5F7}"/>
              </a:ext>
            </a:extLst>
          </p:cNvPr>
          <p:cNvSpPr/>
          <p:nvPr/>
        </p:nvSpPr>
        <p:spPr>
          <a:xfrm>
            <a:off x="5273039" y="3440795"/>
            <a:ext cx="1645920" cy="418987"/>
          </a:xfrm>
          <a:prstGeom prst="chevron">
            <a:avLst/>
          </a:prstGeom>
          <a:noFill/>
          <a:ln w="12700">
            <a:solidFill>
              <a:schemeClr val="accent5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26" name="Chevron 125">
            <a:extLst>
              <a:ext uri="{FF2B5EF4-FFF2-40B4-BE49-F238E27FC236}">
                <a16:creationId xmlns:a16="http://schemas.microsoft.com/office/drawing/2014/main" id="{03FA78A3-B035-2854-6C9A-6BA2EBE0FE12}"/>
              </a:ext>
            </a:extLst>
          </p:cNvPr>
          <p:cNvSpPr/>
          <p:nvPr/>
        </p:nvSpPr>
        <p:spPr>
          <a:xfrm>
            <a:off x="6961803" y="3440795"/>
            <a:ext cx="1645920" cy="418987"/>
          </a:xfrm>
          <a:prstGeom prst="chevron">
            <a:avLst/>
          </a:prstGeom>
          <a:noFill/>
          <a:ln w="12700">
            <a:solidFill>
              <a:schemeClr val="accent6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27" name="Chevron 126">
            <a:extLst>
              <a:ext uri="{FF2B5EF4-FFF2-40B4-BE49-F238E27FC236}">
                <a16:creationId xmlns:a16="http://schemas.microsoft.com/office/drawing/2014/main" id="{0C26E70C-1393-28FE-E3A2-2ECE81256520}"/>
              </a:ext>
            </a:extLst>
          </p:cNvPr>
          <p:cNvSpPr/>
          <p:nvPr/>
        </p:nvSpPr>
        <p:spPr>
          <a:xfrm>
            <a:off x="8650567" y="3440795"/>
            <a:ext cx="1645920" cy="418987"/>
          </a:xfrm>
          <a:prstGeom prst="chevron">
            <a:avLst/>
          </a:prstGeom>
          <a:noFill/>
          <a:ln w="12700">
            <a:solidFill>
              <a:schemeClr val="tx1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28" name="Chevron 127">
            <a:extLst>
              <a:ext uri="{FF2B5EF4-FFF2-40B4-BE49-F238E27FC236}">
                <a16:creationId xmlns:a16="http://schemas.microsoft.com/office/drawing/2014/main" id="{0B2D74E6-8583-6D15-50E0-1129F301715E}"/>
              </a:ext>
            </a:extLst>
          </p:cNvPr>
          <p:cNvSpPr/>
          <p:nvPr/>
        </p:nvSpPr>
        <p:spPr>
          <a:xfrm>
            <a:off x="10339333" y="3440795"/>
            <a:ext cx="1645920" cy="418987"/>
          </a:xfrm>
          <a:prstGeom prst="chevron">
            <a:avLst/>
          </a:prstGeom>
          <a:noFill/>
          <a:ln w="12700">
            <a:gradFill>
              <a:gsLst>
                <a:gs pos="5000">
                  <a:schemeClr val="accent6"/>
                </a:gs>
                <a:gs pos="95000">
                  <a:schemeClr val="accent3"/>
                </a:gs>
              </a:gsLst>
              <a:lin ang="60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91440" tIns="91440" rIns="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000" dirty="0"/>
              <a:t>Lorem ipsum dolor</a:t>
            </a:r>
          </a:p>
        </p:txBody>
      </p:sp>
      <p:sp>
        <p:nvSpPr>
          <p:cNvPr id="129" name="Pentagon 128">
            <a:extLst>
              <a:ext uri="{FF2B5EF4-FFF2-40B4-BE49-F238E27FC236}">
                <a16:creationId xmlns:a16="http://schemas.microsoft.com/office/drawing/2014/main" id="{79D650F2-C949-562B-1CA9-E3BAD12A7085}"/>
              </a:ext>
            </a:extLst>
          </p:cNvPr>
          <p:cNvSpPr/>
          <p:nvPr/>
        </p:nvSpPr>
        <p:spPr>
          <a:xfrm flipH="1">
            <a:off x="10339333" y="4415713"/>
            <a:ext cx="1088777" cy="327934"/>
          </a:xfrm>
          <a:prstGeom prst="homePlate">
            <a:avLst/>
          </a:prstGeom>
          <a:noFill/>
          <a:ln w="12700">
            <a:gradFill>
              <a:gsLst>
                <a:gs pos="5000">
                  <a:schemeClr val="accent6"/>
                </a:gs>
                <a:gs pos="95000">
                  <a:schemeClr val="accent3"/>
                </a:gs>
              </a:gsLst>
              <a:lin ang="60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30" name="Chevron 129">
            <a:extLst>
              <a:ext uri="{FF2B5EF4-FFF2-40B4-BE49-F238E27FC236}">
                <a16:creationId xmlns:a16="http://schemas.microsoft.com/office/drawing/2014/main" id="{CDB8916F-86F5-5002-F61F-CFEAFD7D7A9C}"/>
              </a:ext>
            </a:extLst>
          </p:cNvPr>
          <p:cNvSpPr/>
          <p:nvPr/>
        </p:nvSpPr>
        <p:spPr>
          <a:xfrm>
            <a:off x="10339333" y="4043255"/>
            <a:ext cx="1645920" cy="188985"/>
          </a:xfrm>
          <a:prstGeom prst="chevron">
            <a:avLst/>
          </a:prstGeom>
          <a:noFill/>
          <a:ln w="12700">
            <a:gradFill>
              <a:gsLst>
                <a:gs pos="5000">
                  <a:schemeClr val="accent6"/>
                </a:gs>
                <a:gs pos="95000">
                  <a:schemeClr val="accent3"/>
                </a:gs>
              </a:gsLst>
              <a:lin ang="60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000"/>
          </a:p>
        </p:txBody>
      </p:sp>
      <p:sp>
        <p:nvSpPr>
          <p:cNvPr id="131" name="Pentagon 130">
            <a:extLst>
              <a:ext uri="{FF2B5EF4-FFF2-40B4-BE49-F238E27FC236}">
                <a16:creationId xmlns:a16="http://schemas.microsoft.com/office/drawing/2014/main" id="{E08E0634-55DB-AD27-5345-683A5B2AEC06}"/>
              </a:ext>
            </a:extLst>
          </p:cNvPr>
          <p:cNvSpPr/>
          <p:nvPr/>
        </p:nvSpPr>
        <p:spPr>
          <a:xfrm>
            <a:off x="10339333" y="4927120"/>
            <a:ext cx="1088777" cy="327934"/>
          </a:xfrm>
          <a:prstGeom prst="homePlate">
            <a:avLst/>
          </a:prstGeom>
          <a:noFill/>
          <a:ln w="12700">
            <a:gradFill>
              <a:gsLst>
                <a:gs pos="5000">
                  <a:schemeClr val="accent6"/>
                </a:gs>
                <a:gs pos="95000">
                  <a:schemeClr val="accent3"/>
                </a:gs>
              </a:gsLst>
              <a:lin ang="60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vert="horz" wrap="square" lIns="137160" tIns="91440" rIns="137160" bIns="11887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000">
                <a:sym typeface="Wingdings" pitchFamily="2" charset="2"/>
              </a:rPr>
              <a:t>  Callout</a:t>
            </a:r>
            <a:endParaRPr lang="en-US" sz="1000"/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641B21D5-4E2E-3A3E-3F65-F338892D85FD}"/>
              </a:ext>
            </a:extLst>
          </p:cNvPr>
          <p:cNvSpPr/>
          <p:nvPr/>
        </p:nvSpPr>
        <p:spPr>
          <a:xfrm>
            <a:off x="8650567" y="5430639"/>
            <a:ext cx="1554480" cy="366254"/>
          </a:xfrm>
          <a:prstGeom prst="roundRect">
            <a:avLst>
              <a:gd name="adj" fmla="val 15559"/>
            </a:avLst>
          </a:prstGeom>
          <a:noFill/>
          <a:ln w="12700">
            <a:solidFill>
              <a:schemeClr val="tx1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53" name="Chevron 152">
            <a:extLst>
              <a:ext uri="{FF2B5EF4-FFF2-40B4-BE49-F238E27FC236}">
                <a16:creationId xmlns:a16="http://schemas.microsoft.com/office/drawing/2014/main" id="{8B6D533A-FCC5-3D75-80BC-A84056DD598E}"/>
              </a:ext>
            </a:extLst>
          </p:cNvPr>
          <p:cNvSpPr/>
          <p:nvPr/>
        </p:nvSpPr>
        <p:spPr>
          <a:xfrm>
            <a:off x="206747" y="687382"/>
            <a:ext cx="1645920" cy="418987"/>
          </a:xfrm>
          <a:prstGeom prst="chevron">
            <a:avLst/>
          </a:prstGeom>
          <a:solidFill>
            <a:schemeClr val="accent2"/>
          </a:solidFill>
          <a:ln w="12700">
            <a:gradFill>
              <a:gsLst>
                <a:gs pos="5000">
                  <a:schemeClr val="accent2">
                    <a:lumMod val="60000"/>
                    <a:lumOff val="40000"/>
                  </a:schemeClr>
                </a:gs>
                <a:gs pos="95000">
                  <a:schemeClr val="accent2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155" name="Chevron 154">
            <a:extLst>
              <a:ext uri="{FF2B5EF4-FFF2-40B4-BE49-F238E27FC236}">
                <a16:creationId xmlns:a16="http://schemas.microsoft.com/office/drawing/2014/main" id="{41A0C482-A52E-9AAF-CF65-C5106A4C9B4D}"/>
              </a:ext>
            </a:extLst>
          </p:cNvPr>
          <p:cNvSpPr/>
          <p:nvPr/>
        </p:nvSpPr>
        <p:spPr>
          <a:xfrm>
            <a:off x="206747" y="3440795"/>
            <a:ext cx="1645920" cy="418987"/>
          </a:xfrm>
          <a:prstGeom prst="chevron">
            <a:avLst/>
          </a:prstGeom>
          <a:noFill/>
          <a:ln w="12700">
            <a:solidFill>
              <a:schemeClr val="accent2"/>
            </a:soli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91440" tIns="91440" rIns="0" bIns="118872" rtlCol="0" anchor="ctr">
            <a:noAutofit/>
          </a:bodyPr>
          <a:lstStyle/>
          <a:p>
            <a:pPr algn="ctr"/>
            <a:r>
              <a:rPr lang="en-US" sz="1000"/>
              <a:t>Lorem ipsum dolor</a:t>
            </a:r>
          </a:p>
        </p:txBody>
      </p:sp>
      <p:sp>
        <p:nvSpPr>
          <p:cNvPr id="161" name="Title 4">
            <a:extLst>
              <a:ext uri="{FF2B5EF4-FFF2-40B4-BE49-F238E27FC236}">
                <a16:creationId xmlns:a16="http://schemas.microsoft.com/office/drawing/2014/main" id="{9AFAF6A5-47E5-2801-C0A9-290D2B4AA401}"/>
              </a:ext>
            </a:extLst>
          </p:cNvPr>
          <p:cNvSpPr txBox="1">
            <a:spLocks/>
          </p:cNvSpPr>
          <p:nvPr/>
        </p:nvSpPr>
        <p:spPr>
          <a:xfrm>
            <a:off x="261319" y="189713"/>
            <a:ext cx="2014682" cy="221599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noFill/>
          <a:ln w="76200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600" b="0">
                <a:solidFill>
                  <a:srgbClr val="FFFFFF"/>
                </a:solidFill>
              </a:rPr>
              <a:t>Graphic assets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2EB15C-0427-BBE8-691C-133565412563}"/>
              </a:ext>
            </a:extLst>
          </p:cNvPr>
          <p:cNvCxnSpPr>
            <a:cxnSpLocks/>
          </p:cNvCxnSpPr>
          <p:nvPr/>
        </p:nvCxnSpPr>
        <p:spPr>
          <a:xfrm>
            <a:off x="2060491" y="6310376"/>
            <a:ext cx="12245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4993D2-FB87-44B2-E6F3-486B8F3FED83}"/>
              </a:ext>
            </a:extLst>
          </p:cNvPr>
          <p:cNvCxnSpPr>
            <a:cxnSpLocks/>
          </p:cNvCxnSpPr>
          <p:nvPr/>
        </p:nvCxnSpPr>
        <p:spPr>
          <a:xfrm>
            <a:off x="7126783" y="6310376"/>
            <a:ext cx="12245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EFA30A7-606C-1434-F56F-0042EB0A6E52}"/>
              </a:ext>
            </a:extLst>
          </p:cNvPr>
          <p:cNvCxnSpPr>
            <a:cxnSpLocks/>
          </p:cNvCxnSpPr>
          <p:nvPr/>
        </p:nvCxnSpPr>
        <p:spPr>
          <a:xfrm>
            <a:off x="3767440" y="6174766"/>
            <a:ext cx="1188150" cy="27122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E56C9A0D-BBB7-319D-BFE2-A0A40F26B63A}"/>
              </a:ext>
            </a:extLst>
          </p:cNvPr>
          <p:cNvCxnSpPr>
            <a:cxnSpLocks/>
          </p:cNvCxnSpPr>
          <p:nvPr/>
        </p:nvCxnSpPr>
        <p:spPr>
          <a:xfrm>
            <a:off x="8833732" y="6174766"/>
            <a:ext cx="1188150" cy="27122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E4AB13-0146-BFE5-7FB8-F5477C18DDFE}"/>
              </a:ext>
            </a:extLst>
          </p:cNvPr>
          <p:cNvCxnSpPr>
            <a:cxnSpLocks/>
          </p:cNvCxnSpPr>
          <p:nvPr/>
        </p:nvCxnSpPr>
        <p:spPr>
          <a:xfrm>
            <a:off x="371727" y="6310376"/>
            <a:ext cx="1224521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FB98C4-831D-380E-E998-AF7017F47F1F}"/>
              </a:ext>
            </a:extLst>
          </p:cNvPr>
          <p:cNvCxnSpPr>
            <a:cxnSpLocks/>
          </p:cNvCxnSpPr>
          <p:nvPr/>
        </p:nvCxnSpPr>
        <p:spPr>
          <a:xfrm>
            <a:off x="5438019" y="6310376"/>
            <a:ext cx="1224521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A9CE596-3306-ECA2-E357-50CF9D75E7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EA0C4-1368-8198-AEB3-804FC868F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4">
            <a:extLst>
              <a:ext uri="{FF2B5EF4-FFF2-40B4-BE49-F238E27FC236}">
                <a16:creationId xmlns:a16="http://schemas.microsoft.com/office/drawing/2014/main" id="{F02C0139-DF90-13BB-111D-429B7F28B5B8}"/>
              </a:ext>
            </a:extLst>
          </p:cNvPr>
          <p:cNvSpPr txBox="1">
            <a:spLocks/>
          </p:cNvSpPr>
          <p:nvPr/>
        </p:nvSpPr>
        <p:spPr>
          <a:xfrm>
            <a:off x="261319" y="189713"/>
            <a:ext cx="2014682" cy="221599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noFill/>
          <a:ln w="76200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600" b="0">
                <a:solidFill>
                  <a:srgbClr val="FFFFFF"/>
                </a:solidFill>
              </a:rPr>
              <a:t>Graphic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28AC3-6FC6-4A49-3DA3-B1D0C1BBBF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6990E29-1520-1CC8-9230-C9C343F8299B}"/>
              </a:ext>
            </a:extLst>
          </p:cNvPr>
          <p:cNvSpPr/>
          <p:nvPr/>
        </p:nvSpPr>
        <p:spPr>
          <a:xfrm>
            <a:off x="3392932" y="3719789"/>
            <a:ext cx="2587752" cy="2462463"/>
          </a:xfrm>
          <a:prstGeom prst="roundRect">
            <a:avLst>
              <a:gd name="adj" fmla="val 2510"/>
            </a:avLst>
          </a:prstGeom>
          <a:solidFill>
            <a:srgbClr val="EBEBEB"/>
          </a:solidFill>
          <a:ln w="12700">
            <a:solidFill>
              <a:schemeClr val="accent4"/>
            </a:solidFill>
            <a:miter lim="800000"/>
          </a:ln>
          <a:effectLst/>
        </p:spPr>
        <p:txBody>
          <a:bodyPr vert="horz" lIns="228600" tIns="182880" rIns="228600" bIns="210312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800">
                <a:latin typeface="+mj-lt"/>
              </a:rPr>
              <a:t>Content card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1450"/>
              <a:t>Content box lorem ipsum dolor sit amet, consectetur adipiscing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AB6ED5-0376-C555-6847-D93E306078A7}"/>
              </a:ext>
            </a:extLst>
          </p:cNvPr>
          <p:cNvSpPr/>
          <p:nvPr/>
        </p:nvSpPr>
        <p:spPr>
          <a:xfrm>
            <a:off x="574548" y="1026694"/>
            <a:ext cx="2587752" cy="2462463"/>
          </a:xfrm>
          <a:prstGeom prst="roundRect">
            <a:avLst>
              <a:gd name="adj" fmla="val 2510"/>
            </a:avLst>
          </a:prstGeom>
          <a:solidFill>
            <a:srgbClr val="EBEBEB"/>
          </a:solidFill>
          <a:ln w="12700">
            <a:solidFill>
              <a:srgbClr val="C2C2C2"/>
            </a:solidFill>
            <a:miter lim="800000"/>
          </a:ln>
          <a:effectLst/>
        </p:spPr>
        <p:txBody>
          <a:bodyPr vert="horz" lIns="228600" tIns="182880" rIns="228600" bIns="210312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800" dirty="0">
                <a:latin typeface="+mj-lt"/>
              </a:rPr>
              <a:t>Content card 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1450" dirty="0"/>
              <a:t>Content box lorem ipsum dolor sit </a:t>
            </a:r>
            <a:r>
              <a:rPr lang="en-US" sz="1450" dirty="0" err="1"/>
              <a:t>amet</a:t>
            </a:r>
            <a:r>
              <a:rPr lang="en-US" sz="1450" dirty="0"/>
              <a:t>, </a:t>
            </a:r>
            <a:r>
              <a:rPr lang="en-US" sz="1450" dirty="0" err="1"/>
              <a:t>consectetur</a:t>
            </a:r>
            <a:r>
              <a:rPr lang="en-US" sz="1450" dirty="0"/>
              <a:t> </a:t>
            </a:r>
            <a:r>
              <a:rPr lang="en-US" sz="1450" dirty="0" err="1"/>
              <a:t>adipiscing</a:t>
            </a:r>
            <a:endParaRPr lang="en-US" sz="145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1675176-7AF3-9638-F4B1-3ED53ECC64C0}"/>
              </a:ext>
            </a:extLst>
          </p:cNvPr>
          <p:cNvSpPr/>
          <p:nvPr/>
        </p:nvSpPr>
        <p:spPr>
          <a:xfrm>
            <a:off x="3392932" y="1026694"/>
            <a:ext cx="2587752" cy="2462463"/>
          </a:xfrm>
          <a:prstGeom prst="roundRect">
            <a:avLst>
              <a:gd name="adj" fmla="val 2510"/>
            </a:avLst>
          </a:prstGeom>
          <a:gradFill>
            <a:gsLst>
              <a:gs pos="95000">
                <a:schemeClr val="accent3"/>
              </a:gs>
              <a:gs pos="0">
                <a:schemeClr val="accent2"/>
              </a:gs>
            </a:gsLst>
            <a:lin ang="6000000" scaled="0"/>
          </a:gradFill>
          <a:ln w="12700">
            <a:noFill/>
            <a:miter lim="800000"/>
          </a:ln>
          <a:effectLst/>
        </p:spPr>
        <p:txBody>
          <a:bodyPr vert="horz" wrap="square" lIns="228600" tIns="182880" rIns="228600" bIns="21031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>
                <a:solidFill>
                  <a:schemeClr val="bg1"/>
                </a:solidFill>
                <a:latin typeface="+mj-lt"/>
              </a:rPr>
              <a:t>Content card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50">
                <a:solidFill>
                  <a:schemeClr val="bg1"/>
                </a:solidFill>
              </a:rPr>
              <a:t>Content box lorem ipsum dolor sit amet, consectetur adipiscing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79A6FC5-09AF-5A63-68AD-2626651A69E9}"/>
              </a:ext>
            </a:extLst>
          </p:cNvPr>
          <p:cNvSpPr/>
          <p:nvPr/>
        </p:nvSpPr>
        <p:spPr>
          <a:xfrm>
            <a:off x="6214364" y="3719789"/>
            <a:ext cx="2587752" cy="2462463"/>
          </a:xfrm>
          <a:prstGeom prst="roundRect">
            <a:avLst>
              <a:gd name="adj" fmla="val 2510"/>
            </a:avLst>
          </a:prstGeom>
          <a:solidFill>
            <a:srgbClr val="EBEBEB"/>
          </a:solidFill>
          <a:ln w="12700">
            <a:solidFill>
              <a:schemeClr val="accent5"/>
            </a:solidFill>
            <a:miter lim="800000"/>
          </a:ln>
          <a:effectLst/>
        </p:spPr>
        <p:txBody>
          <a:bodyPr vert="horz" lIns="228600" tIns="182880" rIns="228600" bIns="21031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>
                <a:latin typeface="+mj-lt"/>
              </a:rPr>
              <a:t>Content card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1450"/>
              <a:t>Content box lorem ipsum dolor sit amet, consectetur adipiscing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BBABED-5E9A-7B80-B783-7731A22D70E8}"/>
              </a:ext>
            </a:extLst>
          </p:cNvPr>
          <p:cNvSpPr/>
          <p:nvPr/>
        </p:nvSpPr>
        <p:spPr>
          <a:xfrm>
            <a:off x="9032748" y="3719789"/>
            <a:ext cx="2587752" cy="2462463"/>
          </a:xfrm>
          <a:prstGeom prst="roundRect">
            <a:avLst>
              <a:gd name="adj" fmla="val 2510"/>
            </a:avLst>
          </a:prstGeom>
          <a:solidFill>
            <a:srgbClr val="EBEBEB"/>
          </a:solidFill>
          <a:ln w="12700">
            <a:solidFill>
              <a:schemeClr val="accent6"/>
            </a:solidFill>
            <a:miter lim="800000"/>
          </a:ln>
          <a:effectLst/>
        </p:spPr>
        <p:txBody>
          <a:bodyPr vert="horz" lIns="228600" tIns="182880" rIns="228600" bIns="210312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>
                <a:latin typeface="+mj-lt"/>
              </a:rPr>
              <a:t>Content card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1450"/>
              <a:t>Content box lorem ipsum dolor sit amet, consectetur adipiscing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F8E8F33-C5A6-5662-DED2-7DFED4E42D24}"/>
              </a:ext>
            </a:extLst>
          </p:cNvPr>
          <p:cNvSpPr/>
          <p:nvPr/>
        </p:nvSpPr>
        <p:spPr>
          <a:xfrm>
            <a:off x="6211316" y="1026694"/>
            <a:ext cx="2587752" cy="2462463"/>
          </a:xfrm>
          <a:prstGeom prst="roundRect">
            <a:avLst>
              <a:gd name="adj" fmla="val 2510"/>
            </a:avLst>
          </a:prstGeom>
          <a:solidFill>
            <a:srgbClr val="EBEBEB"/>
          </a:solidFill>
          <a:ln w="12700">
            <a:solidFill>
              <a:schemeClr val="accent1"/>
            </a:solidFill>
            <a:miter lim="800000"/>
          </a:ln>
          <a:effectLst/>
        </p:spPr>
        <p:txBody>
          <a:bodyPr vert="horz" lIns="228600" tIns="182880" rIns="228600" bIns="210312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800">
                <a:latin typeface="+mj-lt"/>
              </a:rPr>
              <a:t>Content card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1450"/>
              <a:t>Content box lorem ipsum dolor sit amet, consectetur adipiscing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A7D6412-C056-A52F-28FF-E9700ECC8771}"/>
              </a:ext>
            </a:extLst>
          </p:cNvPr>
          <p:cNvSpPr/>
          <p:nvPr/>
        </p:nvSpPr>
        <p:spPr>
          <a:xfrm>
            <a:off x="9029700" y="1026694"/>
            <a:ext cx="2587752" cy="2462463"/>
          </a:xfrm>
          <a:prstGeom prst="roundRect">
            <a:avLst>
              <a:gd name="adj" fmla="val 2510"/>
            </a:avLst>
          </a:prstGeom>
          <a:solidFill>
            <a:srgbClr val="EBEBEB"/>
          </a:solidFill>
          <a:ln w="12700">
            <a:solidFill>
              <a:schemeClr val="accent2"/>
            </a:solidFill>
            <a:miter lim="800000"/>
          </a:ln>
          <a:effectLst/>
        </p:spPr>
        <p:txBody>
          <a:bodyPr vert="horz" lIns="228600" tIns="182880" rIns="228600" bIns="210312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800">
                <a:latin typeface="+mj-lt"/>
              </a:rPr>
              <a:t>Content card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1450"/>
              <a:t>Content box lorem ipsum dolor sit amet, consectetur adipiscing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100AD1FB-BBA9-FA0C-0A56-9A2719CB7BD1}"/>
              </a:ext>
            </a:extLst>
          </p:cNvPr>
          <p:cNvSpPr txBox="1">
            <a:spLocks/>
          </p:cNvSpPr>
          <p:nvPr/>
        </p:nvSpPr>
        <p:spPr>
          <a:xfrm>
            <a:off x="261319" y="529488"/>
            <a:ext cx="10079469" cy="189026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noFill/>
          <a:ln w="76200"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CA" sz="1200" b="0" dirty="0">
                <a:solidFill>
                  <a:srgbClr val="FFFFFF"/>
                </a:solidFill>
                <a:latin typeface="+mn-lt"/>
              </a:rPr>
              <a:t>To adjust text placement in the content cards, right click the card &gt; “size and position” &gt; edit text box margins, and/or adjust the text box alignment.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4558A9C-7C5C-4289-402C-0B5213534E87}"/>
              </a:ext>
            </a:extLst>
          </p:cNvPr>
          <p:cNvSpPr/>
          <p:nvPr/>
        </p:nvSpPr>
        <p:spPr>
          <a:xfrm>
            <a:off x="574548" y="3713449"/>
            <a:ext cx="2587752" cy="2462463"/>
          </a:xfrm>
          <a:prstGeom prst="roundRect">
            <a:avLst>
              <a:gd name="adj" fmla="val 2510"/>
            </a:avLst>
          </a:prstGeom>
          <a:solidFill>
            <a:srgbClr val="EBEBEB"/>
          </a:solidFill>
          <a:ln w="12700">
            <a:solidFill>
              <a:schemeClr val="accent3"/>
            </a:solidFill>
            <a:miter lim="800000"/>
          </a:ln>
          <a:effectLst/>
        </p:spPr>
        <p:txBody>
          <a:bodyPr vert="horz" lIns="228600" tIns="182880" rIns="228600" bIns="210312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800" dirty="0">
                <a:latin typeface="+mj-lt"/>
              </a:rPr>
              <a:t>Content card 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sz="1450" dirty="0"/>
              <a:t>Content box lorem ipsum dolor sit </a:t>
            </a:r>
            <a:r>
              <a:rPr lang="en-US" sz="1450" dirty="0" err="1"/>
              <a:t>amet</a:t>
            </a:r>
            <a:r>
              <a:rPr lang="en-US" sz="1450" dirty="0"/>
              <a:t>, </a:t>
            </a:r>
            <a:r>
              <a:rPr lang="en-US" sz="1450" dirty="0" err="1"/>
              <a:t>consectetur</a:t>
            </a:r>
            <a:r>
              <a:rPr lang="en-US" sz="1450" dirty="0"/>
              <a:t> </a:t>
            </a:r>
            <a:r>
              <a:rPr lang="en-US" sz="1450" dirty="0" err="1"/>
              <a:t>adipiscing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04717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468F-005E-C07B-30A2-FF8614A6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01612B10-3F31-758D-9B1E-38846E8835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3647663"/>
              </p:ext>
            </p:extLst>
          </p:nvPr>
        </p:nvGraphicFramePr>
        <p:xfrm>
          <a:off x="442913" y="964500"/>
          <a:ext cx="3670300" cy="4570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A9701E0C-7161-F0E4-05F4-3B8B94B740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483654"/>
              </p:ext>
            </p:extLst>
          </p:nvPr>
        </p:nvGraphicFramePr>
        <p:xfrm>
          <a:off x="8314627" y="964500"/>
          <a:ext cx="3434460" cy="4570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Content Placeholder 8">
            <a:extLst>
              <a:ext uri="{FF2B5EF4-FFF2-40B4-BE49-F238E27FC236}">
                <a16:creationId xmlns:a16="http://schemas.microsoft.com/office/drawing/2014/main" id="{178E4D22-223B-CACA-39AE-6DFAE497A6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2404705"/>
              </p:ext>
            </p:extLst>
          </p:nvPr>
        </p:nvGraphicFramePr>
        <p:xfrm>
          <a:off x="4458593" y="964501"/>
          <a:ext cx="3670300" cy="4570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D34D61-B3C5-BA32-1EB3-FD363F98D1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73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793AC574-39A8-F559-D31D-53E6E6182B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9834728"/>
              </p:ext>
            </p:extLst>
          </p:nvPr>
        </p:nvGraphicFramePr>
        <p:xfrm>
          <a:off x="571500" y="1758843"/>
          <a:ext cx="11049000" cy="3707310"/>
        </p:xfrm>
        <a:graphic>
          <a:graphicData uri="http://schemas.openxmlformats.org/drawingml/2006/table">
            <a:tbl>
              <a:tblPr firstRow="1" firstCol="1" bandRow="1">
                <a:effectLst/>
                <a:tableStyleId>{7E9639D4-E3E2-4D34-9284-5A2195B3D0D7}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55545723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71181758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92554175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745700046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00554231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spc="0" baseline="0" dirty="0">
                          <a:solidFill>
                            <a:schemeClr val="bg1"/>
                          </a:solidFill>
                          <a:latin typeface="+mj-lt"/>
                        </a:rPr>
                        <a:t>Column 1</a:t>
                      </a:r>
                    </a:p>
                  </a:txBody>
                  <a:tcPr marL="180000" marT="91440" marB="109728" anchor="ctr">
                    <a:lnL w="6350" cap="flat" cmpd="sng" algn="ctr">
                      <a:noFill/>
                      <a:prstDash val="solid"/>
                      <a:miter lim="800000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spc="0" baseline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Column 2</a:t>
                      </a:r>
                    </a:p>
                  </a:txBody>
                  <a:tcPr marL="180000" marT="91440" marB="109728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spc="0" baseline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Column 3</a:t>
                      </a:r>
                    </a:p>
                  </a:txBody>
                  <a:tcPr marL="180000" marT="91440" marB="109728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spc="0" baseline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Column 4</a:t>
                      </a:r>
                    </a:p>
                  </a:txBody>
                  <a:tcPr marL="180000" marT="91440" marB="109728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spc="0" baseline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Column 5</a:t>
                      </a:r>
                    </a:p>
                  </a:txBody>
                  <a:tcPr marL="180000" marT="91440" marB="109728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479858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+mj-lt"/>
                        </a:rPr>
                        <a:t>Row 1</a:t>
                      </a: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068770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+mj-lt"/>
                        </a:rPr>
                        <a:t>Row 2</a:t>
                      </a: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54828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+mj-lt"/>
                        </a:rPr>
                        <a:t>Row 3</a:t>
                      </a: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828893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+mj-lt"/>
                        </a:rPr>
                        <a:t>Row 4</a:t>
                      </a: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667406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+mj-lt"/>
                        </a:rPr>
                        <a:t>Row 5</a:t>
                      </a: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232078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+mj-lt"/>
                        </a:rPr>
                        <a:t>Row 6</a:t>
                      </a: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$XX%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T="90000" marB="9000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2C2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79714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830CAE2-1B9C-E6FE-5740-ED2201E2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6F551F-8DF9-46D5-A48A-CFAD9BE371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30A8E8-1E01-5935-08A7-87E8CB53B3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35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67F8C-014E-34CC-B6AF-B4366DE6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518F07-6054-2AE9-4D8F-DBA1C529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9F549-A1B3-E028-8354-7640EFE775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19AE06-B22A-7E33-9C68-1571CA1EFA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4D3658-B361-1332-572F-5353E71FB375}"/>
              </a:ext>
            </a:extLst>
          </p:cNvPr>
          <p:cNvSpPr txBox="1"/>
          <p:nvPr/>
        </p:nvSpPr>
        <p:spPr>
          <a:xfrm>
            <a:off x="2005619" y="2842465"/>
            <a:ext cx="662362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spc="150" dirty="0"/>
              <a:t>TYPE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7DC094-E3A6-E48E-DEF5-2BC8FD73CAC0}"/>
              </a:ext>
            </a:extLst>
          </p:cNvPr>
          <p:cNvSpPr txBox="1"/>
          <p:nvPr/>
        </p:nvSpPr>
        <p:spPr>
          <a:xfrm>
            <a:off x="5764819" y="2842465"/>
            <a:ext cx="662362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spc="150"/>
              <a:t>TYPE 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AACE3F-9BB7-C0C2-EDDA-DECBCC6EBA0C}"/>
              </a:ext>
            </a:extLst>
          </p:cNvPr>
          <p:cNvSpPr txBox="1"/>
          <p:nvPr/>
        </p:nvSpPr>
        <p:spPr>
          <a:xfrm>
            <a:off x="9524018" y="2842465"/>
            <a:ext cx="662362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spc="150"/>
              <a:t>TYPE 2</a:t>
            </a:r>
          </a:p>
        </p:txBody>
      </p:sp>
      <p:sp>
        <p:nvSpPr>
          <p:cNvPr id="52" name="Line Callout 3 (No Border) 38">
            <a:extLst>
              <a:ext uri="{FF2B5EF4-FFF2-40B4-BE49-F238E27FC236}">
                <a16:creationId xmlns:a16="http://schemas.microsoft.com/office/drawing/2014/main" id="{67C6E381-6496-D1E5-8611-C9309207FB60}"/>
              </a:ext>
            </a:extLst>
          </p:cNvPr>
          <p:cNvSpPr/>
          <p:nvPr/>
        </p:nvSpPr>
        <p:spPr>
          <a:xfrm>
            <a:off x="4330700" y="3190827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55" name="Line Callout 3 (No Border) 38">
            <a:extLst>
              <a:ext uri="{FF2B5EF4-FFF2-40B4-BE49-F238E27FC236}">
                <a16:creationId xmlns:a16="http://schemas.microsoft.com/office/drawing/2014/main" id="{BFB83CC0-BE89-3C79-8C14-FE5FD2BDB67A}"/>
              </a:ext>
            </a:extLst>
          </p:cNvPr>
          <p:cNvSpPr/>
          <p:nvPr/>
        </p:nvSpPr>
        <p:spPr>
          <a:xfrm>
            <a:off x="4330700" y="3702568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69" name="Line Callout 3 (No Border) 38">
            <a:extLst>
              <a:ext uri="{FF2B5EF4-FFF2-40B4-BE49-F238E27FC236}">
                <a16:creationId xmlns:a16="http://schemas.microsoft.com/office/drawing/2014/main" id="{31CDFDEF-6DA8-D75C-7D32-2F9BD6E5AD89}"/>
              </a:ext>
            </a:extLst>
          </p:cNvPr>
          <p:cNvSpPr/>
          <p:nvPr/>
        </p:nvSpPr>
        <p:spPr>
          <a:xfrm>
            <a:off x="4330700" y="4214309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70" name="Line Callout 3 (No Border) 38">
            <a:extLst>
              <a:ext uri="{FF2B5EF4-FFF2-40B4-BE49-F238E27FC236}">
                <a16:creationId xmlns:a16="http://schemas.microsoft.com/office/drawing/2014/main" id="{D33D40A5-C6DD-4858-544B-C1FDD2B33E11}"/>
              </a:ext>
            </a:extLst>
          </p:cNvPr>
          <p:cNvSpPr/>
          <p:nvPr/>
        </p:nvSpPr>
        <p:spPr>
          <a:xfrm>
            <a:off x="4330700" y="4726050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71" name="Line Callout 3 (No Border) 38">
            <a:extLst>
              <a:ext uri="{FF2B5EF4-FFF2-40B4-BE49-F238E27FC236}">
                <a16:creationId xmlns:a16="http://schemas.microsoft.com/office/drawing/2014/main" id="{85C4F5EE-77AF-752B-63F1-BCAC83657BFE}"/>
              </a:ext>
            </a:extLst>
          </p:cNvPr>
          <p:cNvSpPr/>
          <p:nvPr/>
        </p:nvSpPr>
        <p:spPr>
          <a:xfrm>
            <a:off x="4330700" y="5237791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73" name="Line Callout 3 (No Border) 38">
            <a:extLst>
              <a:ext uri="{FF2B5EF4-FFF2-40B4-BE49-F238E27FC236}">
                <a16:creationId xmlns:a16="http://schemas.microsoft.com/office/drawing/2014/main" id="{00C50C26-EDB5-5868-A040-FF36DEC1D689}"/>
              </a:ext>
            </a:extLst>
          </p:cNvPr>
          <p:cNvSpPr/>
          <p:nvPr/>
        </p:nvSpPr>
        <p:spPr>
          <a:xfrm>
            <a:off x="6139176" y="3190827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74" name="Line Callout 3 (No Border) 38">
            <a:extLst>
              <a:ext uri="{FF2B5EF4-FFF2-40B4-BE49-F238E27FC236}">
                <a16:creationId xmlns:a16="http://schemas.microsoft.com/office/drawing/2014/main" id="{6406D8DD-DDC7-A05C-0D36-96E68BFD0403}"/>
              </a:ext>
            </a:extLst>
          </p:cNvPr>
          <p:cNvSpPr/>
          <p:nvPr/>
        </p:nvSpPr>
        <p:spPr>
          <a:xfrm>
            <a:off x="6139176" y="3702568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75" name="Line Callout 3 (No Border) 38">
            <a:extLst>
              <a:ext uri="{FF2B5EF4-FFF2-40B4-BE49-F238E27FC236}">
                <a16:creationId xmlns:a16="http://schemas.microsoft.com/office/drawing/2014/main" id="{66F0E112-6655-783B-784A-42DFAD323518}"/>
              </a:ext>
            </a:extLst>
          </p:cNvPr>
          <p:cNvSpPr/>
          <p:nvPr/>
        </p:nvSpPr>
        <p:spPr>
          <a:xfrm>
            <a:off x="6139176" y="4214309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76" name="Line Callout 3 (No Border) 38">
            <a:extLst>
              <a:ext uri="{FF2B5EF4-FFF2-40B4-BE49-F238E27FC236}">
                <a16:creationId xmlns:a16="http://schemas.microsoft.com/office/drawing/2014/main" id="{30A7554C-FF3E-8003-0F25-E7DDBA70E363}"/>
              </a:ext>
            </a:extLst>
          </p:cNvPr>
          <p:cNvSpPr/>
          <p:nvPr/>
        </p:nvSpPr>
        <p:spPr>
          <a:xfrm>
            <a:off x="6139176" y="4726050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77" name="Line Callout 3 (No Border) 38">
            <a:extLst>
              <a:ext uri="{FF2B5EF4-FFF2-40B4-BE49-F238E27FC236}">
                <a16:creationId xmlns:a16="http://schemas.microsoft.com/office/drawing/2014/main" id="{768825DC-95C5-3640-30EC-288AAFE49529}"/>
              </a:ext>
            </a:extLst>
          </p:cNvPr>
          <p:cNvSpPr/>
          <p:nvPr/>
        </p:nvSpPr>
        <p:spPr>
          <a:xfrm>
            <a:off x="6139176" y="5237791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4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35" name="Line Callout 3 (No Border) 38">
            <a:extLst>
              <a:ext uri="{FF2B5EF4-FFF2-40B4-BE49-F238E27FC236}">
                <a16:creationId xmlns:a16="http://schemas.microsoft.com/office/drawing/2014/main" id="{A356E268-B4FB-55BA-5D6A-FC6A7AB488F9}"/>
              </a:ext>
            </a:extLst>
          </p:cNvPr>
          <p:cNvSpPr/>
          <p:nvPr/>
        </p:nvSpPr>
        <p:spPr>
          <a:xfrm>
            <a:off x="8089900" y="3190827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36" name="Line Callout 3 (No Border) 38">
            <a:extLst>
              <a:ext uri="{FF2B5EF4-FFF2-40B4-BE49-F238E27FC236}">
                <a16:creationId xmlns:a16="http://schemas.microsoft.com/office/drawing/2014/main" id="{2C49CBC4-0229-62BC-1A1F-8A259127EC40}"/>
              </a:ext>
            </a:extLst>
          </p:cNvPr>
          <p:cNvSpPr/>
          <p:nvPr/>
        </p:nvSpPr>
        <p:spPr>
          <a:xfrm>
            <a:off x="8089900" y="3702568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37" name="Line Callout 3 (No Border) 38">
            <a:extLst>
              <a:ext uri="{FF2B5EF4-FFF2-40B4-BE49-F238E27FC236}">
                <a16:creationId xmlns:a16="http://schemas.microsoft.com/office/drawing/2014/main" id="{E08326C4-C0BE-DB41-C6B0-D867E5630AC5}"/>
              </a:ext>
            </a:extLst>
          </p:cNvPr>
          <p:cNvSpPr/>
          <p:nvPr/>
        </p:nvSpPr>
        <p:spPr>
          <a:xfrm>
            <a:off x="8089900" y="4214309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38" name="Line Callout 3 (No Border) 38">
            <a:extLst>
              <a:ext uri="{FF2B5EF4-FFF2-40B4-BE49-F238E27FC236}">
                <a16:creationId xmlns:a16="http://schemas.microsoft.com/office/drawing/2014/main" id="{5D9D8967-59FA-B270-0E47-00CCB3B89CA6}"/>
              </a:ext>
            </a:extLst>
          </p:cNvPr>
          <p:cNvSpPr/>
          <p:nvPr/>
        </p:nvSpPr>
        <p:spPr>
          <a:xfrm>
            <a:off x="8089900" y="4726050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39" name="Line Callout 3 (No Border) 38">
            <a:extLst>
              <a:ext uri="{FF2B5EF4-FFF2-40B4-BE49-F238E27FC236}">
                <a16:creationId xmlns:a16="http://schemas.microsoft.com/office/drawing/2014/main" id="{85E019F9-62DC-A4C1-A527-4EB4D305244C}"/>
              </a:ext>
            </a:extLst>
          </p:cNvPr>
          <p:cNvSpPr/>
          <p:nvPr/>
        </p:nvSpPr>
        <p:spPr>
          <a:xfrm>
            <a:off x="8089900" y="5237791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0" name="Line Callout 3 (No Border) 38">
            <a:extLst>
              <a:ext uri="{FF2B5EF4-FFF2-40B4-BE49-F238E27FC236}">
                <a16:creationId xmlns:a16="http://schemas.microsoft.com/office/drawing/2014/main" id="{BBC166ED-CDD3-8E63-8AE5-762C517CBDE6}"/>
              </a:ext>
            </a:extLst>
          </p:cNvPr>
          <p:cNvSpPr/>
          <p:nvPr/>
        </p:nvSpPr>
        <p:spPr>
          <a:xfrm>
            <a:off x="9898376" y="3190827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1" name="Line Callout 3 (No Border) 38">
            <a:extLst>
              <a:ext uri="{FF2B5EF4-FFF2-40B4-BE49-F238E27FC236}">
                <a16:creationId xmlns:a16="http://schemas.microsoft.com/office/drawing/2014/main" id="{D31858D5-AEA7-B127-889D-FFC194F58BB1}"/>
              </a:ext>
            </a:extLst>
          </p:cNvPr>
          <p:cNvSpPr/>
          <p:nvPr/>
        </p:nvSpPr>
        <p:spPr>
          <a:xfrm>
            <a:off x="9898376" y="3702568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2" name="Line Callout 3 (No Border) 38">
            <a:extLst>
              <a:ext uri="{FF2B5EF4-FFF2-40B4-BE49-F238E27FC236}">
                <a16:creationId xmlns:a16="http://schemas.microsoft.com/office/drawing/2014/main" id="{D52CC7A7-4FAC-E714-0C62-D1E69F57B699}"/>
              </a:ext>
            </a:extLst>
          </p:cNvPr>
          <p:cNvSpPr/>
          <p:nvPr/>
        </p:nvSpPr>
        <p:spPr>
          <a:xfrm>
            <a:off x="9898376" y="4214309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3" name="Line Callout 3 (No Border) 38">
            <a:extLst>
              <a:ext uri="{FF2B5EF4-FFF2-40B4-BE49-F238E27FC236}">
                <a16:creationId xmlns:a16="http://schemas.microsoft.com/office/drawing/2014/main" id="{0906A44A-8E87-2ADE-C8A0-6A96ADCF786E}"/>
              </a:ext>
            </a:extLst>
          </p:cNvPr>
          <p:cNvSpPr/>
          <p:nvPr/>
        </p:nvSpPr>
        <p:spPr>
          <a:xfrm>
            <a:off x="9898376" y="4726050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4" name="Line Callout 3 (No Border) 38">
            <a:extLst>
              <a:ext uri="{FF2B5EF4-FFF2-40B4-BE49-F238E27FC236}">
                <a16:creationId xmlns:a16="http://schemas.microsoft.com/office/drawing/2014/main" id="{5A02C8D3-F340-0943-24CB-10FBFA082A42}"/>
              </a:ext>
            </a:extLst>
          </p:cNvPr>
          <p:cNvSpPr/>
          <p:nvPr/>
        </p:nvSpPr>
        <p:spPr>
          <a:xfrm>
            <a:off x="9898376" y="5237791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5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6" name="Line Callout 3 (No Border) 38">
            <a:extLst>
              <a:ext uri="{FF2B5EF4-FFF2-40B4-BE49-F238E27FC236}">
                <a16:creationId xmlns:a16="http://schemas.microsoft.com/office/drawing/2014/main" id="{576743C2-C461-3F6F-1D6E-39E3613F0EDD}"/>
              </a:ext>
            </a:extLst>
          </p:cNvPr>
          <p:cNvSpPr/>
          <p:nvPr/>
        </p:nvSpPr>
        <p:spPr>
          <a:xfrm>
            <a:off x="571501" y="3190827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7" name="Line Callout 3 (No Border) 38">
            <a:extLst>
              <a:ext uri="{FF2B5EF4-FFF2-40B4-BE49-F238E27FC236}">
                <a16:creationId xmlns:a16="http://schemas.microsoft.com/office/drawing/2014/main" id="{A5C84E1D-9889-4164-027A-72C85BC1B2BE}"/>
              </a:ext>
            </a:extLst>
          </p:cNvPr>
          <p:cNvSpPr/>
          <p:nvPr/>
        </p:nvSpPr>
        <p:spPr>
          <a:xfrm>
            <a:off x="571501" y="3702568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8" name="Line Callout 3 (No Border) 38">
            <a:extLst>
              <a:ext uri="{FF2B5EF4-FFF2-40B4-BE49-F238E27FC236}">
                <a16:creationId xmlns:a16="http://schemas.microsoft.com/office/drawing/2014/main" id="{FF3E7D6B-7431-0B7F-A3E5-D536F7DE90C0}"/>
              </a:ext>
            </a:extLst>
          </p:cNvPr>
          <p:cNvSpPr/>
          <p:nvPr/>
        </p:nvSpPr>
        <p:spPr>
          <a:xfrm>
            <a:off x="571501" y="4214309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49" name="Line Callout 3 (No Border) 38">
            <a:extLst>
              <a:ext uri="{FF2B5EF4-FFF2-40B4-BE49-F238E27FC236}">
                <a16:creationId xmlns:a16="http://schemas.microsoft.com/office/drawing/2014/main" id="{6B015C5E-3D28-8B17-1883-5A4CC50469CD}"/>
              </a:ext>
            </a:extLst>
          </p:cNvPr>
          <p:cNvSpPr/>
          <p:nvPr/>
        </p:nvSpPr>
        <p:spPr>
          <a:xfrm>
            <a:off x="571501" y="4726050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50" name="Line Callout 3 (No Border) 38">
            <a:extLst>
              <a:ext uri="{FF2B5EF4-FFF2-40B4-BE49-F238E27FC236}">
                <a16:creationId xmlns:a16="http://schemas.microsoft.com/office/drawing/2014/main" id="{34FEDFC8-044B-1E6F-2293-A7B025A940B4}"/>
              </a:ext>
            </a:extLst>
          </p:cNvPr>
          <p:cNvSpPr/>
          <p:nvPr/>
        </p:nvSpPr>
        <p:spPr>
          <a:xfrm>
            <a:off x="571501" y="5237791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51" name="Line Callout 3 (No Border) 38">
            <a:extLst>
              <a:ext uri="{FF2B5EF4-FFF2-40B4-BE49-F238E27FC236}">
                <a16:creationId xmlns:a16="http://schemas.microsoft.com/office/drawing/2014/main" id="{08628492-3A38-AE73-2A88-551263549C02}"/>
              </a:ext>
            </a:extLst>
          </p:cNvPr>
          <p:cNvSpPr/>
          <p:nvPr/>
        </p:nvSpPr>
        <p:spPr>
          <a:xfrm>
            <a:off x="2379977" y="3190827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52" name="Line Callout 3 (No Border) 38">
            <a:extLst>
              <a:ext uri="{FF2B5EF4-FFF2-40B4-BE49-F238E27FC236}">
                <a16:creationId xmlns:a16="http://schemas.microsoft.com/office/drawing/2014/main" id="{28033DF8-D5C7-C319-F814-D4EA00EE932A}"/>
              </a:ext>
            </a:extLst>
          </p:cNvPr>
          <p:cNvSpPr/>
          <p:nvPr/>
        </p:nvSpPr>
        <p:spPr>
          <a:xfrm>
            <a:off x="2379977" y="3702568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53" name="Line Callout 3 (No Border) 38">
            <a:extLst>
              <a:ext uri="{FF2B5EF4-FFF2-40B4-BE49-F238E27FC236}">
                <a16:creationId xmlns:a16="http://schemas.microsoft.com/office/drawing/2014/main" id="{C3271BF2-74E1-3056-B27B-5E21552047EF}"/>
              </a:ext>
            </a:extLst>
          </p:cNvPr>
          <p:cNvSpPr/>
          <p:nvPr/>
        </p:nvSpPr>
        <p:spPr>
          <a:xfrm>
            <a:off x="2379977" y="4214309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54" name="Line Callout 3 (No Border) 38">
            <a:extLst>
              <a:ext uri="{FF2B5EF4-FFF2-40B4-BE49-F238E27FC236}">
                <a16:creationId xmlns:a16="http://schemas.microsoft.com/office/drawing/2014/main" id="{FAF5847C-1376-C762-A048-620436626438}"/>
              </a:ext>
            </a:extLst>
          </p:cNvPr>
          <p:cNvSpPr/>
          <p:nvPr/>
        </p:nvSpPr>
        <p:spPr>
          <a:xfrm>
            <a:off x="2379977" y="4726050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55" name="Line Callout 3 (No Border) 38">
            <a:extLst>
              <a:ext uri="{FF2B5EF4-FFF2-40B4-BE49-F238E27FC236}">
                <a16:creationId xmlns:a16="http://schemas.microsoft.com/office/drawing/2014/main" id="{606A2981-19E8-641E-5F8B-A924BCB2E7C8}"/>
              </a:ext>
            </a:extLst>
          </p:cNvPr>
          <p:cNvSpPr/>
          <p:nvPr/>
        </p:nvSpPr>
        <p:spPr>
          <a:xfrm>
            <a:off x="2379977" y="5237791"/>
            <a:ext cx="1722123" cy="44063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31750">
            <a:solidFill>
              <a:schemeClr val="accent2"/>
            </a:solidFill>
          </a:ln>
          <a:effectLst>
            <a:outerShdw blurRad="104386" dist="50800" sx="1000" sy="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118872" rtlCol="0" anchor="ctr" anchorCtr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TYPE OF ITEM</a:t>
            </a:r>
          </a:p>
          <a:p>
            <a:pPr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</a:rPr>
              <a:t>Item name</a:t>
            </a: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38354D14-7B2E-884C-B1BF-4194D7F105AF}"/>
              </a:ext>
            </a:extLst>
          </p:cNvPr>
          <p:cNvSpPr/>
          <p:nvPr/>
        </p:nvSpPr>
        <p:spPr>
          <a:xfrm>
            <a:off x="561975" y="1940896"/>
            <a:ext cx="3540124" cy="788660"/>
          </a:xfrm>
          <a:prstGeom prst="roundRect">
            <a:avLst>
              <a:gd name="adj" fmla="val 11143"/>
            </a:avLst>
          </a:prstGeom>
          <a:solidFill>
            <a:schemeClr val="accent2"/>
          </a:solidFill>
          <a:ln w="12700">
            <a:gradFill>
              <a:gsLst>
                <a:gs pos="95000">
                  <a:schemeClr val="accent2">
                    <a:lumMod val="50000"/>
                  </a:schemeClr>
                </a:gs>
                <a:gs pos="5000">
                  <a:schemeClr val="accent2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marL="0" marR="0" lvl="0" indent="0" algn="ctr" defTabSz="91356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Bucket name</a:t>
            </a:r>
          </a:p>
          <a:p>
            <a:pPr marL="0" marR="0" lvl="0" indent="0" algn="ctr" defTabSz="91356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Bucket description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852D633-9691-957A-0FE8-D8D83F6F6DF3}"/>
              </a:ext>
            </a:extLst>
          </p:cNvPr>
          <p:cNvSpPr/>
          <p:nvPr/>
        </p:nvSpPr>
        <p:spPr>
          <a:xfrm>
            <a:off x="4325938" y="1940896"/>
            <a:ext cx="3540124" cy="788660"/>
          </a:xfrm>
          <a:prstGeom prst="roundRect">
            <a:avLst>
              <a:gd name="adj" fmla="val 11143"/>
            </a:avLst>
          </a:prstGeom>
          <a:solidFill>
            <a:schemeClr val="accent4"/>
          </a:solidFill>
          <a:ln w="12700">
            <a:gradFill>
              <a:gsLst>
                <a:gs pos="5000">
                  <a:schemeClr val="accent4">
                    <a:lumMod val="60000"/>
                    <a:lumOff val="40000"/>
                  </a:schemeClr>
                </a:gs>
                <a:gs pos="95000">
                  <a:schemeClr val="accent4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marL="0" marR="0" lvl="0" indent="0" algn="ctr" defTabSz="91356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Bucket name</a:t>
            </a:r>
          </a:p>
          <a:p>
            <a:pPr marL="0" marR="0" lvl="0" indent="0" algn="ctr" defTabSz="91356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Bucket description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721FE12-CCE2-9BB4-99AB-B8CE4F36094C}"/>
              </a:ext>
            </a:extLst>
          </p:cNvPr>
          <p:cNvSpPr/>
          <p:nvPr/>
        </p:nvSpPr>
        <p:spPr>
          <a:xfrm>
            <a:off x="8079791" y="1940896"/>
            <a:ext cx="3540124" cy="788660"/>
          </a:xfrm>
          <a:prstGeom prst="roundRect">
            <a:avLst>
              <a:gd name="adj" fmla="val 11143"/>
            </a:avLst>
          </a:prstGeom>
          <a:solidFill>
            <a:schemeClr val="accent5"/>
          </a:solidFill>
          <a:ln w="12700">
            <a:gradFill>
              <a:gsLst>
                <a:gs pos="5000">
                  <a:schemeClr val="accent5">
                    <a:lumMod val="60000"/>
                    <a:lumOff val="40000"/>
                  </a:schemeClr>
                </a:gs>
                <a:gs pos="95000">
                  <a:schemeClr val="accent5">
                    <a:lumMod val="5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2000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marL="0" marR="0" lvl="0" indent="0" algn="ctr" defTabSz="91356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Bucket name</a:t>
            </a:r>
          </a:p>
          <a:p>
            <a:pPr marL="0" marR="0" lvl="0" indent="0" algn="ctr" defTabSz="91356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Bucket description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150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0934A7CD-F4A2-DC9B-A577-B50F328BC40E}"/>
              </a:ext>
            </a:extLst>
          </p:cNvPr>
          <p:cNvSpPr/>
          <p:nvPr/>
        </p:nvSpPr>
        <p:spPr>
          <a:xfrm>
            <a:off x="571500" y="2019045"/>
            <a:ext cx="11047614" cy="1345915"/>
          </a:xfrm>
          <a:prstGeom prst="rect">
            <a:avLst/>
          </a:prstGeom>
          <a:noFill/>
          <a:ln>
            <a:solidFill>
              <a:srgbClr val="C2C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bIns="91440" rtlCol="0" anchor="ctr"/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chemeClr val="tx1"/>
                </a:solidFill>
                <a:latin typeface="+mj-lt"/>
              </a:rPr>
              <a:t>Theme 1: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</a:rPr>
              <a:t>Description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5A57DC-2401-25AC-9EF0-1EF2FD64EBFD}"/>
              </a:ext>
            </a:extLst>
          </p:cNvPr>
          <p:cNvSpPr/>
          <p:nvPr/>
        </p:nvSpPr>
        <p:spPr>
          <a:xfrm>
            <a:off x="566640" y="3446812"/>
            <a:ext cx="11052473" cy="1345915"/>
          </a:xfrm>
          <a:prstGeom prst="rect">
            <a:avLst/>
          </a:prstGeom>
          <a:noFill/>
          <a:ln>
            <a:solidFill>
              <a:srgbClr val="C2C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bIns="91440" rtlCol="0" anchor="ctr"/>
          <a:lstStyle/>
          <a:p>
            <a:pPr>
              <a:lnSpc>
                <a:spcPct val="120000"/>
              </a:lnSpc>
            </a:pPr>
            <a:r>
              <a:rPr lang="en-GB" sz="1600" dirty="0">
                <a:solidFill>
                  <a:schemeClr val="tx1"/>
                </a:solidFill>
                <a:latin typeface="+mj-lt"/>
              </a:rPr>
              <a:t>Theme 2: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</a:rPr>
              <a:t>Description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A2A61A4-6199-CF66-7586-45B54D42B145}"/>
              </a:ext>
            </a:extLst>
          </p:cNvPr>
          <p:cNvSpPr/>
          <p:nvPr/>
        </p:nvSpPr>
        <p:spPr>
          <a:xfrm>
            <a:off x="566640" y="4874578"/>
            <a:ext cx="11052473" cy="1345915"/>
          </a:xfrm>
          <a:prstGeom prst="rect">
            <a:avLst/>
          </a:prstGeom>
          <a:noFill/>
          <a:ln>
            <a:solidFill>
              <a:srgbClr val="C2C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bIns="9144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Theme 3: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</a:rPr>
              <a:t>Description</a:t>
            </a:r>
          </a:p>
        </p:txBody>
      </p:sp>
      <p:grpSp>
        <p:nvGrpSpPr>
          <p:cNvPr id="21" name="grid">
            <a:extLst>
              <a:ext uri="{FF2B5EF4-FFF2-40B4-BE49-F238E27FC236}">
                <a16:creationId xmlns:a16="http://schemas.microsoft.com/office/drawing/2014/main" id="{B40B1DE0-F581-1575-4A87-B29626266666}"/>
              </a:ext>
            </a:extLst>
          </p:cNvPr>
          <p:cNvGrpSpPr/>
          <p:nvPr/>
        </p:nvGrpSpPr>
        <p:grpSpPr>
          <a:xfrm>
            <a:off x="2260177" y="2015431"/>
            <a:ext cx="9360323" cy="4205057"/>
            <a:chOff x="2395141" y="1773917"/>
            <a:chExt cx="9360323" cy="4205057"/>
          </a:xfrm>
        </p:grpSpPr>
        <p:grpSp>
          <p:nvGrpSpPr>
            <p:cNvPr id="64" name="horizontal borders">
              <a:extLst>
                <a:ext uri="{FF2B5EF4-FFF2-40B4-BE49-F238E27FC236}">
                  <a16:creationId xmlns:a16="http://schemas.microsoft.com/office/drawing/2014/main" id="{FF35FF0B-6142-85E5-D2CD-7981A183B597}"/>
                </a:ext>
              </a:extLst>
            </p:cNvPr>
            <p:cNvGrpSpPr/>
            <p:nvPr/>
          </p:nvGrpSpPr>
          <p:grpSpPr>
            <a:xfrm>
              <a:off x="2395141" y="1775724"/>
              <a:ext cx="9360323" cy="4192449"/>
              <a:chOff x="2395141" y="1669044"/>
              <a:chExt cx="9360323" cy="4192449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D6A0F3D-5DEB-DC32-21D6-5E0E72331F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3096810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DF7BA26-335C-8A86-FB6C-2D49F8B060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3765268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C4C795A-3528-F094-082E-4CFD1ACF57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4433726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77198564-0E49-E55A-5967-B15D9759C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4524577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F092AF6-6038-2EEE-7834-DDF730385F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5193035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932591B-26F5-B79B-BC1C-556DA7EB6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5861493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06E4ED3-8624-8D62-B4EA-C2FAA78815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1669044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DD3B708-3D5E-D80F-3431-70382DB9D6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2337502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ECE8E61-18CB-4A25-C4ED-909201F924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3005960"/>
                <a:ext cx="9360323" cy="0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vertical borders">
              <a:extLst>
                <a:ext uri="{FF2B5EF4-FFF2-40B4-BE49-F238E27FC236}">
                  <a16:creationId xmlns:a16="http://schemas.microsoft.com/office/drawing/2014/main" id="{EA1D97A3-7404-77F7-9AB2-406D72E80497}"/>
                </a:ext>
              </a:extLst>
            </p:cNvPr>
            <p:cNvGrpSpPr/>
            <p:nvPr/>
          </p:nvGrpSpPr>
          <p:grpSpPr>
            <a:xfrm>
              <a:off x="2403887" y="1773917"/>
              <a:ext cx="9351577" cy="4205057"/>
              <a:chOff x="2403887" y="1263036"/>
              <a:chExt cx="9351577" cy="4609259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603FF1D-9BF0-4C7E-4781-97650F0C1C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3887" y="1263036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2A432EE2-4466-F242-DEDB-91A505EE9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4202" y="1263036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69738C5-BD2D-DD9A-4FA9-6134121D8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4516" y="1263036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BB19210-283C-0894-CEEE-16F85FBF7E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4831" y="1263036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804F2EA-8B77-B90A-965D-1A572486DC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85145" y="1263036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8528FDA-3966-6DA3-9103-0D4EEF14D0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55464" y="1263036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E0A059E3-5B6F-7CDE-597A-F1603896EC10}"/>
              </a:ext>
            </a:extLst>
          </p:cNvPr>
          <p:cNvSpPr txBox="1">
            <a:spLocks/>
          </p:cNvSpPr>
          <p:nvPr/>
        </p:nvSpPr>
        <p:spPr>
          <a:xfrm>
            <a:off x="2400378" y="1573910"/>
            <a:ext cx="1607405" cy="302647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FY22 Q1</a:t>
            </a:r>
          </a:p>
          <a:p>
            <a:pPr marL="0" lvl="1" algn="ctr">
              <a:defRPr/>
            </a:pPr>
            <a:r>
              <a:rPr lang="en-US" sz="800" spc="50" dirty="0">
                <a:solidFill>
                  <a:schemeClr val="bg1"/>
                </a:solidFill>
              </a:rPr>
              <a:t>(Apr–Jun ‘21)</a:t>
            </a:r>
            <a:endParaRPr kumimoji="0" lang="en-US" sz="800" u="none" strike="noStrike" kern="1200" cap="none" spc="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240E1D6-F364-C0FF-BF75-32B7C0BA8EAC}"/>
              </a:ext>
            </a:extLst>
          </p:cNvPr>
          <p:cNvSpPr txBox="1">
            <a:spLocks/>
          </p:cNvSpPr>
          <p:nvPr/>
        </p:nvSpPr>
        <p:spPr>
          <a:xfrm>
            <a:off x="4270692" y="1573910"/>
            <a:ext cx="1607405" cy="302647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defTabSz="914400">
              <a:defRPr/>
            </a:pPr>
            <a:r>
              <a:rPr lang="en-US" sz="1000" dirty="0">
                <a:solidFill>
                  <a:schemeClr val="bg1"/>
                </a:solidFill>
                <a:latin typeface="+mj-lt"/>
              </a:rPr>
              <a:t>FY22 Q2</a:t>
            </a:r>
          </a:p>
          <a:p>
            <a:pPr lvl="1">
              <a:defRPr/>
            </a:pPr>
            <a:r>
              <a:rPr lang="en-US" sz="800" dirty="0">
                <a:solidFill>
                  <a:schemeClr val="bg1"/>
                </a:solidFill>
              </a:rPr>
              <a:t>(Jul–Sep ‘21)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F08E86F-D1C4-C2CB-C55D-2E953AC79C52}"/>
              </a:ext>
            </a:extLst>
          </p:cNvPr>
          <p:cNvSpPr txBox="1">
            <a:spLocks/>
          </p:cNvSpPr>
          <p:nvPr/>
        </p:nvSpPr>
        <p:spPr>
          <a:xfrm>
            <a:off x="6141007" y="1573910"/>
            <a:ext cx="1607405" cy="302647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defTabSz="914400">
              <a:defRPr/>
            </a:pPr>
            <a:r>
              <a:rPr lang="en-US" sz="1000">
                <a:solidFill>
                  <a:schemeClr val="bg1"/>
                </a:solidFill>
                <a:latin typeface="+mj-lt"/>
              </a:rPr>
              <a:t>FY22 Q3</a:t>
            </a:r>
          </a:p>
          <a:p>
            <a:pPr lvl="1">
              <a:defRPr/>
            </a:pPr>
            <a:r>
              <a:rPr lang="en-US" sz="800">
                <a:solidFill>
                  <a:schemeClr val="bg1"/>
                </a:solidFill>
              </a:rPr>
              <a:t>(Oct–Dec ‘21)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C186A5-5CFF-7563-2104-6E4F6F297B01}"/>
              </a:ext>
            </a:extLst>
          </p:cNvPr>
          <p:cNvSpPr txBox="1">
            <a:spLocks/>
          </p:cNvSpPr>
          <p:nvPr/>
        </p:nvSpPr>
        <p:spPr>
          <a:xfrm>
            <a:off x="8011322" y="1573910"/>
            <a:ext cx="1607405" cy="302647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defTabSz="914400">
              <a:defRPr/>
            </a:pPr>
            <a:r>
              <a:rPr lang="en-US" sz="1000">
                <a:solidFill>
                  <a:schemeClr val="bg1"/>
                </a:solidFill>
                <a:latin typeface="+mj-lt"/>
              </a:rPr>
              <a:t>FY22 Q4</a:t>
            </a:r>
          </a:p>
          <a:p>
            <a:pPr lvl="1">
              <a:defRPr/>
            </a:pPr>
            <a:r>
              <a:rPr lang="en-US" sz="800">
                <a:solidFill>
                  <a:schemeClr val="bg1"/>
                </a:solidFill>
              </a:rPr>
              <a:t>(Jan–Mar ‘22)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D23EDD-0149-4215-DB30-11FAFCFB708A}"/>
              </a:ext>
            </a:extLst>
          </p:cNvPr>
          <p:cNvSpPr txBox="1">
            <a:spLocks/>
          </p:cNvSpPr>
          <p:nvPr/>
        </p:nvSpPr>
        <p:spPr>
          <a:xfrm>
            <a:off x="9881637" y="1657176"/>
            <a:ext cx="1607405" cy="153888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defTabSz="914400">
              <a:defRPr/>
            </a:pPr>
            <a:r>
              <a:rPr lang="en-US" sz="1000">
                <a:solidFill>
                  <a:schemeClr val="bg1"/>
                </a:solidFill>
                <a:latin typeface="+mj-lt"/>
              </a:rPr>
              <a:t>BACKLOG</a:t>
            </a:r>
          </a:p>
        </p:txBody>
      </p:sp>
      <p:sp>
        <p:nvSpPr>
          <p:cNvPr id="89" name="Line Callout 3 (No Border) 38">
            <a:extLst>
              <a:ext uri="{FF2B5EF4-FFF2-40B4-BE49-F238E27FC236}">
                <a16:creationId xmlns:a16="http://schemas.microsoft.com/office/drawing/2014/main" id="{D296E1D1-729F-01B6-EEED-A07FD4BB6AE8}"/>
              </a:ext>
            </a:extLst>
          </p:cNvPr>
          <p:cNvSpPr/>
          <p:nvPr/>
        </p:nvSpPr>
        <p:spPr>
          <a:xfrm>
            <a:off x="2375836" y="2803307"/>
            <a:ext cx="1689694" cy="266072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8472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0" name="Line Callout 3 (No Border) 38">
            <a:extLst>
              <a:ext uri="{FF2B5EF4-FFF2-40B4-BE49-F238E27FC236}">
                <a16:creationId xmlns:a16="http://schemas.microsoft.com/office/drawing/2014/main" id="{952306B6-D0A6-AB6D-E17C-BD558F072EAA}"/>
              </a:ext>
            </a:extLst>
          </p:cNvPr>
          <p:cNvSpPr/>
          <p:nvPr/>
        </p:nvSpPr>
        <p:spPr>
          <a:xfrm>
            <a:off x="4230034" y="3570105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8472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1" name="Line Callout 3 (No Border) 38">
            <a:extLst>
              <a:ext uri="{FF2B5EF4-FFF2-40B4-BE49-F238E27FC236}">
                <a16:creationId xmlns:a16="http://schemas.microsoft.com/office/drawing/2014/main" id="{C9886B4B-1D30-EDD0-8AE5-B3C8B3BBB435}"/>
              </a:ext>
            </a:extLst>
          </p:cNvPr>
          <p:cNvSpPr/>
          <p:nvPr/>
        </p:nvSpPr>
        <p:spPr>
          <a:xfrm>
            <a:off x="6116465" y="3570105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 dirty="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2" name="Line Callout 3 (No Border) 38">
            <a:extLst>
              <a:ext uri="{FF2B5EF4-FFF2-40B4-BE49-F238E27FC236}">
                <a16:creationId xmlns:a16="http://schemas.microsoft.com/office/drawing/2014/main" id="{14BE3814-C46B-7C08-9E3F-2DB496E6BD4D}"/>
              </a:ext>
            </a:extLst>
          </p:cNvPr>
          <p:cNvSpPr/>
          <p:nvPr/>
        </p:nvSpPr>
        <p:spPr>
          <a:xfrm>
            <a:off x="7976078" y="3570105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3" name="Line Callout 3 (No Border) 38">
            <a:extLst>
              <a:ext uri="{FF2B5EF4-FFF2-40B4-BE49-F238E27FC236}">
                <a16:creationId xmlns:a16="http://schemas.microsoft.com/office/drawing/2014/main" id="{B6D38FB2-ED7C-6EDA-AF2E-CB9019A6DCC5}"/>
              </a:ext>
            </a:extLst>
          </p:cNvPr>
          <p:cNvSpPr/>
          <p:nvPr/>
        </p:nvSpPr>
        <p:spPr>
          <a:xfrm>
            <a:off x="9850638" y="3570105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4" name="Line Callout 3 (No Border) 38">
            <a:extLst>
              <a:ext uri="{FF2B5EF4-FFF2-40B4-BE49-F238E27FC236}">
                <a16:creationId xmlns:a16="http://schemas.microsoft.com/office/drawing/2014/main" id="{327B08D5-56DA-183B-A8D7-4D7FE5A4F58B}"/>
              </a:ext>
            </a:extLst>
          </p:cNvPr>
          <p:cNvSpPr/>
          <p:nvPr/>
        </p:nvSpPr>
        <p:spPr>
          <a:xfrm>
            <a:off x="6116465" y="2810797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5" name="Line Callout 3 (No Border) 38">
            <a:extLst>
              <a:ext uri="{FF2B5EF4-FFF2-40B4-BE49-F238E27FC236}">
                <a16:creationId xmlns:a16="http://schemas.microsoft.com/office/drawing/2014/main" id="{37586BB5-C194-A671-1528-3B2450A296E7}"/>
              </a:ext>
            </a:extLst>
          </p:cNvPr>
          <p:cNvSpPr/>
          <p:nvPr/>
        </p:nvSpPr>
        <p:spPr>
          <a:xfrm>
            <a:off x="7976078" y="2810797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6" name="Line Callout 3 (No Border) 38">
            <a:extLst>
              <a:ext uri="{FF2B5EF4-FFF2-40B4-BE49-F238E27FC236}">
                <a16:creationId xmlns:a16="http://schemas.microsoft.com/office/drawing/2014/main" id="{DE20E227-6796-81DD-C9FF-847ED1D798F5}"/>
              </a:ext>
            </a:extLst>
          </p:cNvPr>
          <p:cNvSpPr/>
          <p:nvPr/>
        </p:nvSpPr>
        <p:spPr>
          <a:xfrm>
            <a:off x="9850638" y="2810797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7" name="Line Callout 3 (No Border) 38">
            <a:extLst>
              <a:ext uri="{FF2B5EF4-FFF2-40B4-BE49-F238E27FC236}">
                <a16:creationId xmlns:a16="http://schemas.microsoft.com/office/drawing/2014/main" id="{E792C336-FB1B-0F50-0695-2497D45D9E81}"/>
              </a:ext>
            </a:extLst>
          </p:cNvPr>
          <p:cNvSpPr/>
          <p:nvPr/>
        </p:nvSpPr>
        <p:spPr>
          <a:xfrm>
            <a:off x="4230034" y="2142339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8" name="Line Callout 3 (No Border) 38">
            <a:extLst>
              <a:ext uri="{FF2B5EF4-FFF2-40B4-BE49-F238E27FC236}">
                <a16:creationId xmlns:a16="http://schemas.microsoft.com/office/drawing/2014/main" id="{AFA85C62-07A5-7D4B-676B-9307D356CEF5}"/>
              </a:ext>
            </a:extLst>
          </p:cNvPr>
          <p:cNvSpPr/>
          <p:nvPr/>
        </p:nvSpPr>
        <p:spPr>
          <a:xfrm>
            <a:off x="6116465" y="2142339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99" name="Line Callout 3 (No Border) 38">
            <a:extLst>
              <a:ext uri="{FF2B5EF4-FFF2-40B4-BE49-F238E27FC236}">
                <a16:creationId xmlns:a16="http://schemas.microsoft.com/office/drawing/2014/main" id="{03232CD0-4EA5-B59B-CEA0-84977ED1C89F}"/>
              </a:ext>
            </a:extLst>
          </p:cNvPr>
          <p:cNvSpPr/>
          <p:nvPr/>
        </p:nvSpPr>
        <p:spPr>
          <a:xfrm>
            <a:off x="7976078" y="2142339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00" name="Line Callout 3 (No Border) 38">
            <a:extLst>
              <a:ext uri="{FF2B5EF4-FFF2-40B4-BE49-F238E27FC236}">
                <a16:creationId xmlns:a16="http://schemas.microsoft.com/office/drawing/2014/main" id="{955829FE-F35A-9556-E67A-A74AD25BE9C9}"/>
              </a:ext>
            </a:extLst>
          </p:cNvPr>
          <p:cNvSpPr/>
          <p:nvPr/>
        </p:nvSpPr>
        <p:spPr>
          <a:xfrm>
            <a:off x="9850638" y="2142339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01" name="Line Callout 3 (No Border) 38">
            <a:extLst>
              <a:ext uri="{FF2B5EF4-FFF2-40B4-BE49-F238E27FC236}">
                <a16:creationId xmlns:a16="http://schemas.microsoft.com/office/drawing/2014/main" id="{BF2ACD05-C32A-76DA-D6FB-18313E75C4FF}"/>
              </a:ext>
            </a:extLst>
          </p:cNvPr>
          <p:cNvSpPr/>
          <p:nvPr/>
        </p:nvSpPr>
        <p:spPr>
          <a:xfrm>
            <a:off x="6116465" y="4997872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02" name="Line Callout 3 (No Border) 38">
            <a:extLst>
              <a:ext uri="{FF2B5EF4-FFF2-40B4-BE49-F238E27FC236}">
                <a16:creationId xmlns:a16="http://schemas.microsoft.com/office/drawing/2014/main" id="{474CEDEC-9990-7119-3977-A51AD5B506F1}"/>
              </a:ext>
            </a:extLst>
          </p:cNvPr>
          <p:cNvSpPr/>
          <p:nvPr/>
        </p:nvSpPr>
        <p:spPr>
          <a:xfrm>
            <a:off x="7976078" y="4997872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03" name="Line Callout 3 (No Border) 38">
            <a:extLst>
              <a:ext uri="{FF2B5EF4-FFF2-40B4-BE49-F238E27FC236}">
                <a16:creationId xmlns:a16="http://schemas.microsoft.com/office/drawing/2014/main" id="{890C18E0-FB6D-9661-ED16-34745E947190}"/>
              </a:ext>
            </a:extLst>
          </p:cNvPr>
          <p:cNvSpPr/>
          <p:nvPr/>
        </p:nvSpPr>
        <p:spPr>
          <a:xfrm>
            <a:off x="6116465" y="5666330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04" name="Line Callout 3 (No Border) 38">
            <a:extLst>
              <a:ext uri="{FF2B5EF4-FFF2-40B4-BE49-F238E27FC236}">
                <a16:creationId xmlns:a16="http://schemas.microsoft.com/office/drawing/2014/main" id="{D92F9A4E-968D-0BB2-7C3C-8C08EEB47BC7}"/>
              </a:ext>
            </a:extLst>
          </p:cNvPr>
          <p:cNvSpPr/>
          <p:nvPr/>
        </p:nvSpPr>
        <p:spPr>
          <a:xfrm>
            <a:off x="7976078" y="5666330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 dirty="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05" name="Line Callout 3 (No Border) 38">
            <a:extLst>
              <a:ext uri="{FF2B5EF4-FFF2-40B4-BE49-F238E27FC236}">
                <a16:creationId xmlns:a16="http://schemas.microsoft.com/office/drawing/2014/main" id="{DA039281-A548-74A1-D657-2AB3DD866748}"/>
              </a:ext>
            </a:extLst>
          </p:cNvPr>
          <p:cNvSpPr/>
          <p:nvPr/>
        </p:nvSpPr>
        <p:spPr>
          <a:xfrm>
            <a:off x="9850638" y="5666330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06" name="Line Callout 3 (No Border) 38">
            <a:extLst>
              <a:ext uri="{FF2B5EF4-FFF2-40B4-BE49-F238E27FC236}">
                <a16:creationId xmlns:a16="http://schemas.microsoft.com/office/drawing/2014/main" id="{B8EDECB5-73B4-6F34-0B62-A5CD7E2F5538}"/>
              </a:ext>
            </a:extLst>
          </p:cNvPr>
          <p:cNvSpPr/>
          <p:nvPr/>
        </p:nvSpPr>
        <p:spPr>
          <a:xfrm>
            <a:off x="2362271" y="5666330"/>
            <a:ext cx="3557016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107" name="Line Callout 3 (No Border) 38">
            <a:extLst>
              <a:ext uri="{FF2B5EF4-FFF2-40B4-BE49-F238E27FC236}">
                <a16:creationId xmlns:a16="http://schemas.microsoft.com/office/drawing/2014/main" id="{618FE957-CF28-610D-3450-133F664860CB}"/>
              </a:ext>
            </a:extLst>
          </p:cNvPr>
          <p:cNvSpPr/>
          <p:nvPr/>
        </p:nvSpPr>
        <p:spPr>
          <a:xfrm>
            <a:off x="9850638" y="4238563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65863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73152" rIns="137160" bIns="73152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Lorem ipsum dolor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DD063A-D94F-ABC5-8F62-76DE8FEEBB6B}"/>
              </a:ext>
            </a:extLst>
          </p:cNvPr>
          <p:cNvSpPr/>
          <p:nvPr/>
        </p:nvSpPr>
        <p:spPr>
          <a:xfrm>
            <a:off x="6620267" y="151363"/>
            <a:ext cx="5386017" cy="469232"/>
          </a:xfrm>
          <a:prstGeom prst="rect">
            <a:avLst/>
          </a:prstGeom>
          <a:ln>
            <a:solidFill>
              <a:schemeClr val="bg2">
                <a:lumMod val="90000"/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>
              <a:latin typeface="DT Flow Light" pitchFamily="2" charset="77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DC1FA38-938E-A622-72E0-758AD07847C5}"/>
              </a:ext>
            </a:extLst>
          </p:cNvPr>
          <p:cNvGrpSpPr/>
          <p:nvPr/>
        </p:nvGrpSpPr>
        <p:grpSpPr>
          <a:xfrm>
            <a:off x="6805590" y="259034"/>
            <a:ext cx="5056262" cy="253890"/>
            <a:chOff x="5630052" y="433135"/>
            <a:chExt cx="6004680" cy="418256"/>
          </a:xfrm>
        </p:grpSpPr>
        <p:sp>
          <p:nvSpPr>
            <p:cNvPr id="52" name="Line Callout 3 (No Border) 38">
              <a:extLst>
                <a:ext uri="{FF2B5EF4-FFF2-40B4-BE49-F238E27FC236}">
                  <a16:creationId xmlns:a16="http://schemas.microsoft.com/office/drawing/2014/main" id="{580C79C9-BA65-BD70-8044-FC319BCF28C4}"/>
                </a:ext>
              </a:extLst>
            </p:cNvPr>
            <p:cNvSpPr/>
            <p:nvPr/>
          </p:nvSpPr>
          <p:spPr>
            <a:xfrm>
              <a:off x="5630052" y="433135"/>
              <a:ext cx="1185123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1"/>
              </a:solidFill>
            </a:ln>
            <a:effectLst>
              <a:outerShdw blurRad="30022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1</a:t>
              </a:r>
            </a:p>
          </p:txBody>
        </p:sp>
        <p:sp>
          <p:nvSpPr>
            <p:cNvPr id="53" name="Line Callout 3 (No Border) 38">
              <a:extLst>
                <a:ext uri="{FF2B5EF4-FFF2-40B4-BE49-F238E27FC236}">
                  <a16:creationId xmlns:a16="http://schemas.microsoft.com/office/drawing/2014/main" id="{18B41C31-1534-CE76-4C6D-B3291F0DA7B9}"/>
                </a:ext>
              </a:extLst>
            </p:cNvPr>
            <p:cNvSpPr/>
            <p:nvPr/>
          </p:nvSpPr>
          <p:spPr>
            <a:xfrm>
              <a:off x="6962143" y="433135"/>
              <a:ext cx="1185123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4"/>
              </a:solidFill>
            </a:ln>
            <a:effectLst>
              <a:outerShdw blurRad="30022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2</a:t>
              </a:r>
            </a:p>
          </p:txBody>
        </p:sp>
        <p:sp>
          <p:nvSpPr>
            <p:cNvPr id="54" name="Line Callout 3 (No Border) 38">
              <a:extLst>
                <a:ext uri="{FF2B5EF4-FFF2-40B4-BE49-F238E27FC236}">
                  <a16:creationId xmlns:a16="http://schemas.microsoft.com/office/drawing/2014/main" id="{509C3494-B581-A7A8-A018-732963417CDB}"/>
                </a:ext>
              </a:extLst>
            </p:cNvPr>
            <p:cNvSpPr/>
            <p:nvPr/>
          </p:nvSpPr>
          <p:spPr>
            <a:xfrm>
              <a:off x="8294234" y="433135"/>
              <a:ext cx="1039986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5"/>
              </a:solidFill>
            </a:ln>
            <a:effectLst>
              <a:outerShdw blurRad="30022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3</a:t>
              </a:r>
            </a:p>
          </p:txBody>
        </p:sp>
        <p:sp>
          <p:nvSpPr>
            <p:cNvPr id="55" name="Line Callout 3 (No Border) 38">
              <a:extLst>
                <a:ext uri="{FF2B5EF4-FFF2-40B4-BE49-F238E27FC236}">
                  <a16:creationId xmlns:a16="http://schemas.microsoft.com/office/drawing/2014/main" id="{6162B331-D4C3-F251-0B40-AD1659659010}"/>
                </a:ext>
              </a:extLst>
            </p:cNvPr>
            <p:cNvSpPr/>
            <p:nvPr/>
          </p:nvSpPr>
          <p:spPr>
            <a:xfrm>
              <a:off x="9481188" y="433135"/>
              <a:ext cx="1003288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30022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 dirty="0">
                  <a:solidFill>
                    <a:schemeClr val="tx1"/>
                  </a:solidFill>
                </a:rPr>
                <a:t>Type 4</a:t>
              </a:r>
            </a:p>
          </p:txBody>
        </p:sp>
        <p:sp>
          <p:nvSpPr>
            <p:cNvPr id="56" name="Line Callout 3 (No Border) 38">
              <a:extLst>
                <a:ext uri="{FF2B5EF4-FFF2-40B4-BE49-F238E27FC236}">
                  <a16:creationId xmlns:a16="http://schemas.microsoft.com/office/drawing/2014/main" id="{21BCF40D-9F0C-7480-30DC-D33000B9B53E}"/>
                </a:ext>
              </a:extLst>
            </p:cNvPr>
            <p:cNvSpPr/>
            <p:nvPr/>
          </p:nvSpPr>
          <p:spPr>
            <a:xfrm>
              <a:off x="10631444" y="433135"/>
              <a:ext cx="1003288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30022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5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C4DF34D0-FE15-DD8C-5500-F22B53EA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512676-4847-63F2-E019-E842CD9481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4F1E2C-3EED-74C2-F64D-0D04DD7F5E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E6A0F1C5-0154-85F8-3F4D-DA18A04A6D38}"/>
              </a:ext>
            </a:extLst>
          </p:cNvPr>
          <p:cNvSpPr/>
          <p:nvPr/>
        </p:nvSpPr>
        <p:spPr>
          <a:xfrm>
            <a:off x="2954838" y="2199950"/>
            <a:ext cx="1088777" cy="327934"/>
          </a:xfrm>
          <a:prstGeom prst="homePlate">
            <a:avLst/>
          </a:prstGeom>
          <a:solidFill>
            <a:schemeClr val="accent1"/>
          </a:solidFill>
          <a:ln w="12700">
            <a:gradFill>
              <a:gsLst>
                <a:gs pos="95000">
                  <a:schemeClr val="accent1">
                    <a:lumMod val="50000"/>
                  </a:schemeClr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15600000" scaled="0"/>
            </a:gradFill>
            <a:miter lim="800000"/>
          </a:ln>
          <a:effectLst>
            <a:outerShdw blurRad="203200" dist="50800" algn="ctr" rotWithShape="0">
              <a:prstClr val="black">
                <a:alpha val="0"/>
              </a:prstClr>
            </a:outerShdw>
          </a:effectLst>
        </p:spPr>
        <p:txBody>
          <a:bodyPr wrap="square" lIns="137160" tIns="91440" rIns="137160" bIns="118872" rtlCol="0" anchor="ctr">
            <a:no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sym typeface="Wingdings" pitchFamily="2" charset="2"/>
              </a:rPr>
              <a:t>  Callout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30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E60281B5-BF4D-F5B6-93EB-1014938D9EE2}"/>
              </a:ext>
            </a:extLst>
          </p:cNvPr>
          <p:cNvSpPr/>
          <p:nvPr/>
        </p:nvSpPr>
        <p:spPr>
          <a:xfrm>
            <a:off x="571500" y="2019042"/>
            <a:ext cx="11047614" cy="1345915"/>
          </a:xfrm>
          <a:prstGeom prst="rect">
            <a:avLst/>
          </a:prstGeom>
          <a:noFill/>
          <a:ln>
            <a:solidFill>
              <a:srgbClr val="C2C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bIns="91440" rtlCol="0" anchor="ctr"/>
          <a:lstStyle/>
          <a:p>
            <a:pPr>
              <a:lnSpc>
                <a:spcPct val="12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Theme 1:</a:t>
            </a: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chemeClr val="tx1"/>
                </a:solidFill>
              </a:rPr>
              <a:t>Description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298B43-C265-88DB-66E9-51F609AFA9B9}"/>
              </a:ext>
            </a:extLst>
          </p:cNvPr>
          <p:cNvSpPr/>
          <p:nvPr/>
        </p:nvSpPr>
        <p:spPr>
          <a:xfrm>
            <a:off x="566640" y="3446809"/>
            <a:ext cx="11052473" cy="1345915"/>
          </a:xfrm>
          <a:prstGeom prst="rect">
            <a:avLst/>
          </a:prstGeom>
          <a:noFill/>
          <a:ln>
            <a:solidFill>
              <a:srgbClr val="C2C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bIns="91440" rtlCol="0" anchor="ctr"/>
          <a:lstStyle/>
          <a:p>
            <a:pPr>
              <a:lnSpc>
                <a:spcPct val="120000"/>
              </a:lnSpc>
            </a:pPr>
            <a:r>
              <a:rPr lang="en-GB" sz="1600">
                <a:solidFill>
                  <a:schemeClr val="tx1"/>
                </a:solidFill>
                <a:latin typeface="+mj-lt"/>
              </a:rPr>
              <a:t>Theme 2:</a:t>
            </a: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chemeClr val="tx1"/>
                </a:solidFill>
              </a:rPr>
              <a:t>Description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5080564-DB05-F573-405C-F376D337F227}"/>
              </a:ext>
            </a:extLst>
          </p:cNvPr>
          <p:cNvSpPr/>
          <p:nvPr/>
        </p:nvSpPr>
        <p:spPr>
          <a:xfrm>
            <a:off x="566640" y="4874575"/>
            <a:ext cx="11052473" cy="1345915"/>
          </a:xfrm>
          <a:prstGeom prst="rect">
            <a:avLst/>
          </a:prstGeom>
          <a:noFill/>
          <a:ln>
            <a:solidFill>
              <a:srgbClr val="C2C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bIns="91440" rtlCol="0" anchor="ctr"/>
          <a:lstStyle/>
          <a:p>
            <a:pPr>
              <a:lnSpc>
                <a:spcPct val="120000"/>
              </a:lnSpc>
            </a:pPr>
            <a:r>
              <a:rPr lang="en-US" sz="1600">
                <a:solidFill>
                  <a:schemeClr val="tx1"/>
                </a:solidFill>
                <a:latin typeface="+mj-lt"/>
              </a:rPr>
              <a:t>Theme 3:</a:t>
            </a: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chemeClr val="tx1"/>
                </a:solidFill>
              </a:rPr>
              <a:t>Description</a:t>
            </a:r>
          </a:p>
        </p:txBody>
      </p:sp>
      <p:grpSp>
        <p:nvGrpSpPr>
          <p:cNvPr id="46" name="grid">
            <a:extLst>
              <a:ext uri="{FF2B5EF4-FFF2-40B4-BE49-F238E27FC236}">
                <a16:creationId xmlns:a16="http://schemas.microsoft.com/office/drawing/2014/main" id="{10C40343-A212-EC9E-3CEF-9682B65DBDA1}"/>
              </a:ext>
            </a:extLst>
          </p:cNvPr>
          <p:cNvGrpSpPr/>
          <p:nvPr/>
        </p:nvGrpSpPr>
        <p:grpSpPr>
          <a:xfrm>
            <a:off x="2252740" y="2013666"/>
            <a:ext cx="9367760" cy="4206824"/>
            <a:chOff x="2395141" y="1853820"/>
            <a:chExt cx="9367760" cy="4206824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FDB0E103-DA32-7F66-889F-D21E4D8E488C}"/>
                </a:ext>
              </a:extLst>
            </p:cNvPr>
            <p:cNvGrpSpPr/>
            <p:nvPr/>
          </p:nvGrpSpPr>
          <p:grpSpPr>
            <a:xfrm>
              <a:off x="2395141" y="1857393"/>
              <a:ext cx="9360323" cy="1336916"/>
              <a:chOff x="2395141" y="1669044"/>
              <a:chExt cx="9360323" cy="1336916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8816F8E0-B434-04AF-6837-F69759F50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1669044"/>
                <a:ext cx="9360323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200B929-B86C-57BA-5E58-251EB893B7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3005960"/>
                <a:ext cx="9360323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3EBD4FE-46D0-24C5-106D-BCE728C7566A}"/>
                </a:ext>
              </a:extLst>
            </p:cNvPr>
            <p:cNvGrpSpPr/>
            <p:nvPr/>
          </p:nvGrpSpPr>
          <p:grpSpPr>
            <a:xfrm>
              <a:off x="2395141" y="3285158"/>
              <a:ext cx="9360323" cy="1349528"/>
              <a:chOff x="2395141" y="3096809"/>
              <a:chExt cx="9360323" cy="1349528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B21F1AA5-0FF2-08EF-E202-43C027F903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3096809"/>
                <a:ext cx="9360323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E939183-C9E0-9283-EDC0-8A7E412F23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4446337"/>
                <a:ext cx="9360323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2B2B61C-A649-5B09-C3E5-8E25EFFCE62F}"/>
                </a:ext>
              </a:extLst>
            </p:cNvPr>
            <p:cNvGrpSpPr/>
            <p:nvPr/>
          </p:nvGrpSpPr>
          <p:grpSpPr>
            <a:xfrm>
              <a:off x="2395141" y="4712926"/>
              <a:ext cx="9360323" cy="1343222"/>
              <a:chOff x="2395141" y="4524577"/>
              <a:chExt cx="9360323" cy="1343222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F8A8272-1BE8-197F-0336-D6D0187FDF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4524577"/>
                <a:ext cx="9360323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367EC08-F3CD-7D3E-651A-494950E8F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5141" y="5867799"/>
                <a:ext cx="9360323" cy="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F471307-55CC-D4FF-616D-504C76E9FA5C}"/>
                </a:ext>
              </a:extLst>
            </p:cNvPr>
            <p:cNvGrpSpPr/>
            <p:nvPr/>
          </p:nvGrpSpPr>
          <p:grpSpPr>
            <a:xfrm>
              <a:off x="2405407" y="1853820"/>
              <a:ext cx="9357494" cy="4206824"/>
              <a:chOff x="2405407" y="1451385"/>
              <a:chExt cx="9357494" cy="4609259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AD2229CB-254B-9958-F49A-CC3D79AEF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5407" y="1451385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D953788C-280B-EFD0-6C79-348389A684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6905" y="1451385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C46A10D-ED10-CE4A-38BD-FE50A4E95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8403" y="1451385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BCEBC93-8B98-3C28-EEE3-69C538096D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9901" y="1451385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A6BD75AB-6AE1-35EC-710B-A071999658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1399" y="1451385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9B76D7AC-3794-6C56-1DB9-C603CAD63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62901" y="1451385"/>
                <a:ext cx="0" cy="4609259"/>
              </a:xfrm>
              <a:prstGeom prst="line">
                <a:avLst/>
              </a:prstGeom>
              <a:ln>
                <a:solidFill>
                  <a:schemeClr val="bg2">
                    <a:alpha val="7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DAC945E5-BC64-BDD2-3BA8-7D21EDDAF20A}"/>
              </a:ext>
            </a:extLst>
          </p:cNvPr>
          <p:cNvSpPr txBox="1">
            <a:spLocks/>
          </p:cNvSpPr>
          <p:nvPr/>
        </p:nvSpPr>
        <p:spPr>
          <a:xfrm>
            <a:off x="2394544" y="1587334"/>
            <a:ext cx="1608422" cy="287258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r>
              <a:rPr lang="en-US">
                <a:solidFill>
                  <a:schemeClr val="bg1"/>
                </a:solidFill>
                <a:latin typeface="DT Flow Medium" pitchFamily="2" charset="77"/>
              </a:rPr>
              <a:t>DATE OR BUCKET</a:t>
            </a:r>
          </a:p>
          <a:p>
            <a:pPr lvl="1"/>
            <a:r>
              <a:rPr lang="en-US" sz="800">
                <a:solidFill>
                  <a:schemeClr val="bg1"/>
                </a:solidFill>
                <a:latin typeface="DT Flow Light" pitchFamily="2" charset="77"/>
              </a:rPr>
              <a:t>Description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5FD9476-8FA4-4B97-5E4E-F6854B4223AB}"/>
              </a:ext>
            </a:extLst>
          </p:cNvPr>
          <p:cNvSpPr txBox="1">
            <a:spLocks/>
          </p:cNvSpPr>
          <p:nvPr/>
        </p:nvSpPr>
        <p:spPr>
          <a:xfrm>
            <a:off x="4266042" y="1587334"/>
            <a:ext cx="1608422" cy="287258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r>
              <a:rPr lang="en-US">
                <a:solidFill>
                  <a:schemeClr val="bg1"/>
                </a:solidFill>
                <a:latin typeface="DT Flow Medium" pitchFamily="2" charset="77"/>
              </a:rPr>
              <a:t>DATE OR BUCKET</a:t>
            </a:r>
          </a:p>
          <a:p>
            <a:pPr lvl="1"/>
            <a:r>
              <a:rPr lang="en-US" sz="800">
                <a:solidFill>
                  <a:schemeClr val="bg1"/>
                </a:solidFill>
                <a:latin typeface="DT Flow Light" pitchFamily="2" charset="77"/>
              </a:rPr>
              <a:t>Description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4DCCB96-C32C-D635-3F75-D815648F1EF4}"/>
              </a:ext>
            </a:extLst>
          </p:cNvPr>
          <p:cNvSpPr txBox="1">
            <a:spLocks/>
          </p:cNvSpPr>
          <p:nvPr/>
        </p:nvSpPr>
        <p:spPr>
          <a:xfrm>
            <a:off x="6137540" y="1587334"/>
            <a:ext cx="1608422" cy="287258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r>
              <a:rPr lang="en-US">
                <a:solidFill>
                  <a:schemeClr val="bg1"/>
                </a:solidFill>
                <a:latin typeface="DT Flow Medium" pitchFamily="2" charset="77"/>
              </a:rPr>
              <a:t>DATE OR BUCKET</a:t>
            </a:r>
          </a:p>
          <a:p>
            <a:pPr lvl="1"/>
            <a:r>
              <a:rPr lang="en-US" sz="800">
                <a:solidFill>
                  <a:schemeClr val="bg1"/>
                </a:solidFill>
                <a:latin typeface="DT Flow Light" pitchFamily="2" charset="77"/>
              </a:rPr>
              <a:t>Description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5C5323A-EAF9-1939-4768-331CCA86D693}"/>
              </a:ext>
            </a:extLst>
          </p:cNvPr>
          <p:cNvSpPr txBox="1">
            <a:spLocks/>
          </p:cNvSpPr>
          <p:nvPr/>
        </p:nvSpPr>
        <p:spPr>
          <a:xfrm>
            <a:off x="8009038" y="1587334"/>
            <a:ext cx="1608422" cy="287258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r>
              <a:rPr lang="en-US">
                <a:solidFill>
                  <a:schemeClr val="bg1"/>
                </a:solidFill>
                <a:latin typeface="DT Flow Medium" pitchFamily="2" charset="77"/>
              </a:rPr>
              <a:t>DATE OR BUCKET</a:t>
            </a:r>
          </a:p>
          <a:p>
            <a:pPr lvl="1"/>
            <a:r>
              <a:rPr lang="en-US" sz="800">
                <a:solidFill>
                  <a:schemeClr val="bg1"/>
                </a:solidFill>
                <a:latin typeface="DT Flow Light" pitchFamily="2" charset="77"/>
              </a:rPr>
              <a:t>Description</a:t>
            </a:r>
          </a:p>
        </p:txBody>
      </p:sp>
      <p:sp>
        <p:nvSpPr>
          <p:cNvPr id="145" name="Line Callout 3 (No Border) 38">
            <a:extLst>
              <a:ext uri="{FF2B5EF4-FFF2-40B4-BE49-F238E27FC236}">
                <a16:creationId xmlns:a16="http://schemas.microsoft.com/office/drawing/2014/main" id="{21540CAF-D21D-BE10-4093-0D2B5CF9F56F}"/>
              </a:ext>
            </a:extLst>
          </p:cNvPr>
          <p:cNvSpPr/>
          <p:nvPr/>
        </p:nvSpPr>
        <p:spPr>
          <a:xfrm>
            <a:off x="2350011" y="2115848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46" name="Line Callout 3 (No Border) 38">
            <a:extLst>
              <a:ext uri="{FF2B5EF4-FFF2-40B4-BE49-F238E27FC236}">
                <a16:creationId xmlns:a16="http://schemas.microsoft.com/office/drawing/2014/main" id="{9EB74756-6DBE-A2FF-A14C-2B76A2AD9991}"/>
              </a:ext>
            </a:extLst>
          </p:cNvPr>
          <p:cNvSpPr/>
          <p:nvPr/>
        </p:nvSpPr>
        <p:spPr>
          <a:xfrm>
            <a:off x="2350011" y="3529087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47" name="Line Callout 3 (No Border) 38">
            <a:extLst>
              <a:ext uri="{FF2B5EF4-FFF2-40B4-BE49-F238E27FC236}">
                <a16:creationId xmlns:a16="http://schemas.microsoft.com/office/drawing/2014/main" id="{D0CCD47C-DBEE-94F1-21C2-D02C8E8A4ECF}"/>
              </a:ext>
            </a:extLst>
          </p:cNvPr>
          <p:cNvSpPr/>
          <p:nvPr/>
        </p:nvSpPr>
        <p:spPr>
          <a:xfrm>
            <a:off x="4224731" y="2082975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48" name="Line Callout 3 (No Border) 38">
            <a:extLst>
              <a:ext uri="{FF2B5EF4-FFF2-40B4-BE49-F238E27FC236}">
                <a16:creationId xmlns:a16="http://schemas.microsoft.com/office/drawing/2014/main" id="{DF60AE6F-751B-7950-DF94-5837CB0C2252}"/>
              </a:ext>
            </a:extLst>
          </p:cNvPr>
          <p:cNvSpPr/>
          <p:nvPr/>
        </p:nvSpPr>
        <p:spPr>
          <a:xfrm>
            <a:off x="4224731" y="2440163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49" name="Line Callout 3 (No Border) 38">
            <a:extLst>
              <a:ext uri="{FF2B5EF4-FFF2-40B4-BE49-F238E27FC236}">
                <a16:creationId xmlns:a16="http://schemas.microsoft.com/office/drawing/2014/main" id="{1B7185E1-3E8F-688B-2D4E-CB9915022FB6}"/>
              </a:ext>
            </a:extLst>
          </p:cNvPr>
          <p:cNvSpPr/>
          <p:nvPr/>
        </p:nvSpPr>
        <p:spPr>
          <a:xfrm>
            <a:off x="6095776" y="2082975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0" name="Line Callout 3 (No Border) 38">
            <a:extLst>
              <a:ext uri="{FF2B5EF4-FFF2-40B4-BE49-F238E27FC236}">
                <a16:creationId xmlns:a16="http://schemas.microsoft.com/office/drawing/2014/main" id="{4F3CA7AB-A160-23A4-09D3-C3FC37C866BF}"/>
              </a:ext>
            </a:extLst>
          </p:cNvPr>
          <p:cNvSpPr/>
          <p:nvPr/>
        </p:nvSpPr>
        <p:spPr>
          <a:xfrm>
            <a:off x="6095776" y="2440163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1" name="Line Callout 3 (No Border) 38">
            <a:extLst>
              <a:ext uri="{FF2B5EF4-FFF2-40B4-BE49-F238E27FC236}">
                <a16:creationId xmlns:a16="http://schemas.microsoft.com/office/drawing/2014/main" id="{68B9AB1A-7735-FC54-8AAD-C1971BF9A403}"/>
              </a:ext>
            </a:extLst>
          </p:cNvPr>
          <p:cNvSpPr/>
          <p:nvPr/>
        </p:nvSpPr>
        <p:spPr>
          <a:xfrm>
            <a:off x="6095776" y="2797351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2" name="Line Callout 3 (No Border) 38">
            <a:extLst>
              <a:ext uri="{FF2B5EF4-FFF2-40B4-BE49-F238E27FC236}">
                <a16:creationId xmlns:a16="http://schemas.microsoft.com/office/drawing/2014/main" id="{2CFC67D9-6324-64B6-BDDC-7DAC307B953D}"/>
              </a:ext>
            </a:extLst>
          </p:cNvPr>
          <p:cNvSpPr/>
          <p:nvPr/>
        </p:nvSpPr>
        <p:spPr>
          <a:xfrm>
            <a:off x="7969467" y="2082975"/>
            <a:ext cx="1691640" cy="30662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3" name="Line Callout 3 (No Border) 38">
            <a:extLst>
              <a:ext uri="{FF2B5EF4-FFF2-40B4-BE49-F238E27FC236}">
                <a16:creationId xmlns:a16="http://schemas.microsoft.com/office/drawing/2014/main" id="{D6F49F01-9904-9F7B-132D-24AF1894C593}"/>
              </a:ext>
            </a:extLst>
          </p:cNvPr>
          <p:cNvSpPr/>
          <p:nvPr/>
        </p:nvSpPr>
        <p:spPr>
          <a:xfrm>
            <a:off x="7969467" y="2440163"/>
            <a:ext cx="1691640" cy="30662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5" name="Line Callout 3 (No Border) 38">
            <a:extLst>
              <a:ext uri="{FF2B5EF4-FFF2-40B4-BE49-F238E27FC236}">
                <a16:creationId xmlns:a16="http://schemas.microsoft.com/office/drawing/2014/main" id="{8DBDC690-3DEC-7C9D-46FF-BD2880C7F4C8}"/>
              </a:ext>
            </a:extLst>
          </p:cNvPr>
          <p:cNvSpPr/>
          <p:nvPr/>
        </p:nvSpPr>
        <p:spPr>
          <a:xfrm>
            <a:off x="9843201" y="2082975"/>
            <a:ext cx="1691640" cy="30662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6" name="Line Callout 3 (No Border) 38">
            <a:extLst>
              <a:ext uri="{FF2B5EF4-FFF2-40B4-BE49-F238E27FC236}">
                <a16:creationId xmlns:a16="http://schemas.microsoft.com/office/drawing/2014/main" id="{6CEC3D80-BB60-6510-6A31-2C0935E6D51B}"/>
              </a:ext>
            </a:extLst>
          </p:cNvPr>
          <p:cNvSpPr/>
          <p:nvPr/>
        </p:nvSpPr>
        <p:spPr>
          <a:xfrm>
            <a:off x="9843201" y="2440163"/>
            <a:ext cx="1691640" cy="30662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 dirty="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7" name="Line Callout 3 (No Border) 38">
            <a:extLst>
              <a:ext uri="{FF2B5EF4-FFF2-40B4-BE49-F238E27FC236}">
                <a16:creationId xmlns:a16="http://schemas.microsoft.com/office/drawing/2014/main" id="{88D9CA9F-852C-B219-8F1D-471DD4AED9E0}"/>
              </a:ext>
            </a:extLst>
          </p:cNvPr>
          <p:cNvSpPr/>
          <p:nvPr/>
        </p:nvSpPr>
        <p:spPr>
          <a:xfrm>
            <a:off x="6095776" y="3529002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8" name="Line Callout 3 (No Border) 38">
            <a:extLst>
              <a:ext uri="{FF2B5EF4-FFF2-40B4-BE49-F238E27FC236}">
                <a16:creationId xmlns:a16="http://schemas.microsoft.com/office/drawing/2014/main" id="{FFCA0DC9-3860-AC69-83C5-34EAFD5516E4}"/>
              </a:ext>
            </a:extLst>
          </p:cNvPr>
          <p:cNvSpPr/>
          <p:nvPr/>
        </p:nvSpPr>
        <p:spPr>
          <a:xfrm>
            <a:off x="6095776" y="3886190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59" name="Line Callout 3 (No Border) 38">
            <a:extLst>
              <a:ext uri="{FF2B5EF4-FFF2-40B4-BE49-F238E27FC236}">
                <a16:creationId xmlns:a16="http://schemas.microsoft.com/office/drawing/2014/main" id="{3D81CEE1-AEA8-65E8-4654-F2546C943461}"/>
              </a:ext>
            </a:extLst>
          </p:cNvPr>
          <p:cNvSpPr/>
          <p:nvPr/>
        </p:nvSpPr>
        <p:spPr>
          <a:xfrm>
            <a:off x="6095776" y="4243378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0" name="Line Callout 3 (No Border) 38">
            <a:extLst>
              <a:ext uri="{FF2B5EF4-FFF2-40B4-BE49-F238E27FC236}">
                <a16:creationId xmlns:a16="http://schemas.microsoft.com/office/drawing/2014/main" id="{3F0DAD4B-756F-03EA-75F8-D1A9B0B24570}"/>
              </a:ext>
            </a:extLst>
          </p:cNvPr>
          <p:cNvSpPr/>
          <p:nvPr/>
        </p:nvSpPr>
        <p:spPr>
          <a:xfrm>
            <a:off x="6095776" y="4965845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1" name="Line Callout 3 (No Border) 38">
            <a:extLst>
              <a:ext uri="{FF2B5EF4-FFF2-40B4-BE49-F238E27FC236}">
                <a16:creationId xmlns:a16="http://schemas.microsoft.com/office/drawing/2014/main" id="{C9CBE9AC-6112-7C03-7836-DC6DA90A3139}"/>
              </a:ext>
            </a:extLst>
          </p:cNvPr>
          <p:cNvSpPr/>
          <p:nvPr/>
        </p:nvSpPr>
        <p:spPr>
          <a:xfrm>
            <a:off x="6095776" y="5323033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2" name="Line Callout 3 (No Border) 38">
            <a:extLst>
              <a:ext uri="{FF2B5EF4-FFF2-40B4-BE49-F238E27FC236}">
                <a16:creationId xmlns:a16="http://schemas.microsoft.com/office/drawing/2014/main" id="{CB6C23EE-DA4A-1E96-5923-ECC283205261}"/>
              </a:ext>
            </a:extLst>
          </p:cNvPr>
          <p:cNvSpPr/>
          <p:nvPr/>
        </p:nvSpPr>
        <p:spPr>
          <a:xfrm>
            <a:off x="6095776" y="5680221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3" name="Line Callout 3 (No Border) 38">
            <a:extLst>
              <a:ext uri="{FF2B5EF4-FFF2-40B4-BE49-F238E27FC236}">
                <a16:creationId xmlns:a16="http://schemas.microsoft.com/office/drawing/2014/main" id="{3D938A31-410C-BEC9-6B2D-8022E87E30A8}"/>
              </a:ext>
            </a:extLst>
          </p:cNvPr>
          <p:cNvSpPr/>
          <p:nvPr/>
        </p:nvSpPr>
        <p:spPr>
          <a:xfrm>
            <a:off x="7969467" y="4965845"/>
            <a:ext cx="1691640" cy="30662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4" name="Line Callout 3 (No Border) 38">
            <a:extLst>
              <a:ext uri="{FF2B5EF4-FFF2-40B4-BE49-F238E27FC236}">
                <a16:creationId xmlns:a16="http://schemas.microsoft.com/office/drawing/2014/main" id="{FE8B6D1A-543E-A078-6A30-B35D7173F46E}"/>
              </a:ext>
            </a:extLst>
          </p:cNvPr>
          <p:cNvSpPr/>
          <p:nvPr/>
        </p:nvSpPr>
        <p:spPr>
          <a:xfrm>
            <a:off x="7969467" y="5323033"/>
            <a:ext cx="1691640" cy="30662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5" name="Line Callout 3 (No Border) 38">
            <a:extLst>
              <a:ext uri="{FF2B5EF4-FFF2-40B4-BE49-F238E27FC236}">
                <a16:creationId xmlns:a16="http://schemas.microsoft.com/office/drawing/2014/main" id="{4EA0A147-E78F-6277-D9C3-64751395B79E}"/>
              </a:ext>
            </a:extLst>
          </p:cNvPr>
          <p:cNvSpPr/>
          <p:nvPr/>
        </p:nvSpPr>
        <p:spPr>
          <a:xfrm>
            <a:off x="7969467" y="5680221"/>
            <a:ext cx="1691640" cy="30662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6" name="Line Callout 3 (No Border) 38">
            <a:extLst>
              <a:ext uri="{FF2B5EF4-FFF2-40B4-BE49-F238E27FC236}">
                <a16:creationId xmlns:a16="http://schemas.microsoft.com/office/drawing/2014/main" id="{774A7AB8-6DDC-2125-2DF8-F1B252AEF4D8}"/>
              </a:ext>
            </a:extLst>
          </p:cNvPr>
          <p:cNvSpPr/>
          <p:nvPr/>
        </p:nvSpPr>
        <p:spPr>
          <a:xfrm>
            <a:off x="4224731" y="4965845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7" name="Line Callout 3 (No Border) 38">
            <a:extLst>
              <a:ext uri="{FF2B5EF4-FFF2-40B4-BE49-F238E27FC236}">
                <a16:creationId xmlns:a16="http://schemas.microsoft.com/office/drawing/2014/main" id="{8CEBD885-F794-4A1E-1E87-A37EF4120EBF}"/>
              </a:ext>
            </a:extLst>
          </p:cNvPr>
          <p:cNvSpPr/>
          <p:nvPr/>
        </p:nvSpPr>
        <p:spPr>
          <a:xfrm>
            <a:off x="4224731" y="5323033"/>
            <a:ext cx="1691640" cy="31089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 dirty="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68" name="Line Callout 3 (No Border) 38">
            <a:extLst>
              <a:ext uri="{FF2B5EF4-FFF2-40B4-BE49-F238E27FC236}">
                <a16:creationId xmlns:a16="http://schemas.microsoft.com/office/drawing/2014/main" id="{D027810C-6967-182B-F950-3157608AD836}"/>
              </a:ext>
            </a:extLst>
          </p:cNvPr>
          <p:cNvSpPr/>
          <p:nvPr/>
        </p:nvSpPr>
        <p:spPr>
          <a:xfrm>
            <a:off x="9843201" y="4965845"/>
            <a:ext cx="1691640" cy="20967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169" name="Line Callout 3 (No Border) 38">
            <a:extLst>
              <a:ext uri="{FF2B5EF4-FFF2-40B4-BE49-F238E27FC236}">
                <a16:creationId xmlns:a16="http://schemas.microsoft.com/office/drawing/2014/main" id="{3C34945B-331F-4DB9-1518-68348C5FB1A0}"/>
              </a:ext>
            </a:extLst>
          </p:cNvPr>
          <p:cNvSpPr/>
          <p:nvPr/>
        </p:nvSpPr>
        <p:spPr>
          <a:xfrm>
            <a:off x="9843201" y="5225461"/>
            <a:ext cx="1691640" cy="20967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170" name="Line Callout 3 (No Border) 38">
            <a:extLst>
              <a:ext uri="{FF2B5EF4-FFF2-40B4-BE49-F238E27FC236}">
                <a16:creationId xmlns:a16="http://schemas.microsoft.com/office/drawing/2014/main" id="{02018521-7128-0FA8-33F7-CC96ED863AA6}"/>
              </a:ext>
            </a:extLst>
          </p:cNvPr>
          <p:cNvSpPr/>
          <p:nvPr/>
        </p:nvSpPr>
        <p:spPr>
          <a:xfrm>
            <a:off x="9843201" y="5485077"/>
            <a:ext cx="1691640" cy="20967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171" name="Line Callout 3 (No Border) 38">
            <a:extLst>
              <a:ext uri="{FF2B5EF4-FFF2-40B4-BE49-F238E27FC236}">
                <a16:creationId xmlns:a16="http://schemas.microsoft.com/office/drawing/2014/main" id="{98F517D9-FEB4-8719-A9D1-30C090A56432}"/>
              </a:ext>
            </a:extLst>
          </p:cNvPr>
          <p:cNvSpPr/>
          <p:nvPr/>
        </p:nvSpPr>
        <p:spPr>
          <a:xfrm>
            <a:off x="9843201" y="5744693"/>
            <a:ext cx="1691640" cy="20967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172" name="Line Callout 3 (No Border) 38">
            <a:extLst>
              <a:ext uri="{FF2B5EF4-FFF2-40B4-BE49-F238E27FC236}">
                <a16:creationId xmlns:a16="http://schemas.microsoft.com/office/drawing/2014/main" id="{74C47EDD-D1A5-FE45-CD78-08D32513FDA3}"/>
              </a:ext>
            </a:extLst>
          </p:cNvPr>
          <p:cNvSpPr/>
          <p:nvPr/>
        </p:nvSpPr>
        <p:spPr>
          <a:xfrm>
            <a:off x="7969467" y="3617155"/>
            <a:ext cx="1691640" cy="30662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36401" dist="50800"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109728" rtlCol="0" anchor="ctr" anchorCtr="0">
            <a:noAutofit/>
          </a:bodyPr>
          <a:lstStyle/>
          <a:p>
            <a:r>
              <a:rPr lang="en-CA" sz="700">
                <a:solidFill>
                  <a:schemeClr val="tx1"/>
                </a:solidFill>
              </a:rPr>
              <a:t>Lorem ipsum dolor sit amet, consectetur adipiscing elit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061DDEE-4FD2-B53C-EEDE-A004CE3EB08C}"/>
              </a:ext>
            </a:extLst>
          </p:cNvPr>
          <p:cNvSpPr txBox="1">
            <a:spLocks/>
          </p:cNvSpPr>
          <p:nvPr/>
        </p:nvSpPr>
        <p:spPr>
          <a:xfrm>
            <a:off x="9874199" y="1583761"/>
            <a:ext cx="1607405" cy="287258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r>
              <a:rPr lang="en-US">
                <a:solidFill>
                  <a:schemeClr val="bg1"/>
                </a:solidFill>
                <a:latin typeface="DT Flow Medium" pitchFamily="2" charset="77"/>
              </a:rPr>
              <a:t>DATE OR BUCKET</a:t>
            </a:r>
          </a:p>
          <a:p>
            <a:pPr lvl="1"/>
            <a:r>
              <a:rPr lang="en-US" sz="800">
                <a:solidFill>
                  <a:schemeClr val="bg1"/>
                </a:solidFill>
                <a:latin typeface="DT Flow Light" pitchFamily="2" charset="77"/>
              </a:rPr>
              <a:t>Description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861706-AED9-486A-161C-61DFA8CC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8B28FE-5CA4-9E4D-28DB-90FFC65AAEF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C0EF3EE-D21C-73ED-925A-3DCAFFE47FB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E2330C-B90B-8EED-BF56-ABF6E6C31B13}"/>
              </a:ext>
            </a:extLst>
          </p:cNvPr>
          <p:cNvSpPr/>
          <p:nvPr/>
        </p:nvSpPr>
        <p:spPr>
          <a:xfrm>
            <a:off x="6620267" y="151363"/>
            <a:ext cx="5386017" cy="469232"/>
          </a:xfrm>
          <a:prstGeom prst="rect">
            <a:avLst/>
          </a:prstGeom>
          <a:ln>
            <a:solidFill>
              <a:schemeClr val="bg2">
                <a:lumMod val="90000"/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>
              <a:latin typeface="DT Flow Light" pitchFamily="2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0208B8D-FE9D-707B-1907-22CB1D59B4CD}"/>
              </a:ext>
            </a:extLst>
          </p:cNvPr>
          <p:cNvGrpSpPr/>
          <p:nvPr/>
        </p:nvGrpSpPr>
        <p:grpSpPr>
          <a:xfrm>
            <a:off x="6805590" y="259034"/>
            <a:ext cx="5056262" cy="253890"/>
            <a:chOff x="5630052" y="433135"/>
            <a:chExt cx="6004680" cy="418256"/>
          </a:xfrm>
        </p:grpSpPr>
        <p:sp>
          <p:nvSpPr>
            <p:cNvPr id="6" name="Line Callout 3 (No Border) 38">
              <a:extLst>
                <a:ext uri="{FF2B5EF4-FFF2-40B4-BE49-F238E27FC236}">
                  <a16:creationId xmlns:a16="http://schemas.microsoft.com/office/drawing/2014/main" id="{E4BA4EF0-F956-F926-FA89-0F314105FF3B}"/>
                </a:ext>
              </a:extLst>
            </p:cNvPr>
            <p:cNvSpPr/>
            <p:nvPr/>
          </p:nvSpPr>
          <p:spPr>
            <a:xfrm>
              <a:off x="5630052" y="433135"/>
              <a:ext cx="1185123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1"/>
              </a:solidFill>
            </a:ln>
            <a:effectLst>
              <a:outerShdw blurRad="333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1</a:t>
              </a:r>
            </a:p>
          </p:txBody>
        </p:sp>
        <p:sp>
          <p:nvSpPr>
            <p:cNvPr id="7" name="Line Callout 3 (No Border) 38">
              <a:extLst>
                <a:ext uri="{FF2B5EF4-FFF2-40B4-BE49-F238E27FC236}">
                  <a16:creationId xmlns:a16="http://schemas.microsoft.com/office/drawing/2014/main" id="{A3A31A09-2B8D-9141-E276-1105FEE00721}"/>
                </a:ext>
              </a:extLst>
            </p:cNvPr>
            <p:cNvSpPr/>
            <p:nvPr/>
          </p:nvSpPr>
          <p:spPr>
            <a:xfrm>
              <a:off x="6962143" y="433135"/>
              <a:ext cx="1185123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4"/>
              </a:solidFill>
            </a:ln>
            <a:effectLst>
              <a:outerShdw blurRad="333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2</a:t>
              </a:r>
            </a:p>
          </p:txBody>
        </p:sp>
        <p:sp>
          <p:nvSpPr>
            <p:cNvPr id="8" name="Line Callout 3 (No Border) 38">
              <a:extLst>
                <a:ext uri="{FF2B5EF4-FFF2-40B4-BE49-F238E27FC236}">
                  <a16:creationId xmlns:a16="http://schemas.microsoft.com/office/drawing/2014/main" id="{785B986D-C21D-47F6-8C0E-D234B990899C}"/>
                </a:ext>
              </a:extLst>
            </p:cNvPr>
            <p:cNvSpPr/>
            <p:nvPr/>
          </p:nvSpPr>
          <p:spPr>
            <a:xfrm>
              <a:off x="8294234" y="433135"/>
              <a:ext cx="1039986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5"/>
              </a:solidFill>
            </a:ln>
            <a:effectLst>
              <a:outerShdw blurRad="333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3</a:t>
              </a:r>
            </a:p>
          </p:txBody>
        </p:sp>
        <p:sp>
          <p:nvSpPr>
            <p:cNvPr id="9" name="Line Callout 3 (No Border) 38">
              <a:extLst>
                <a:ext uri="{FF2B5EF4-FFF2-40B4-BE49-F238E27FC236}">
                  <a16:creationId xmlns:a16="http://schemas.microsoft.com/office/drawing/2014/main" id="{9AF575CB-6822-A901-C6D4-46013693114E}"/>
                </a:ext>
              </a:extLst>
            </p:cNvPr>
            <p:cNvSpPr/>
            <p:nvPr/>
          </p:nvSpPr>
          <p:spPr>
            <a:xfrm>
              <a:off x="9481188" y="433135"/>
              <a:ext cx="1003288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333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4</a:t>
              </a:r>
            </a:p>
          </p:txBody>
        </p:sp>
        <p:sp>
          <p:nvSpPr>
            <p:cNvPr id="10" name="Line Callout 3 (No Border) 38">
              <a:extLst>
                <a:ext uri="{FF2B5EF4-FFF2-40B4-BE49-F238E27FC236}">
                  <a16:creationId xmlns:a16="http://schemas.microsoft.com/office/drawing/2014/main" id="{280385C7-3924-69D8-6F07-7668C3FF8BD2}"/>
                </a:ext>
              </a:extLst>
            </p:cNvPr>
            <p:cNvSpPr/>
            <p:nvPr/>
          </p:nvSpPr>
          <p:spPr>
            <a:xfrm>
              <a:off x="10631444" y="433135"/>
              <a:ext cx="1003288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333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050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D7ECEF-3C4B-61AA-5118-778946E9BC9B}"/>
              </a:ext>
            </a:extLst>
          </p:cNvPr>
          <p:cNvCxnSpPr>
            <a:cxnSpLocks/>
          </p:cNvCxnSpPr>
          <p:nvPr/>
        </p:nvCxnSpPr>
        <p:spPr>
          <a:xfrm>
            <a:off x="11454755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2EF0BA2-66AE-BEBB-69D7-DA39D85FC12A}"/>
              </a:ext>
            </a:extLst>
          </p:cNvPr>
          <p:cNvCxnSpPr>
            <a:cxnSpLocks/>
          </p:cNvCxnSpPr>
          <p:nvPr/>
        </p:nvCxnSpPr>
        <p:spPr>
          <a:xfrm>
            <a:off x="737245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94A328B-22F8-BE51-B6B4-BDC0DDFBED1D}"/>
              </a:ext>
            </a:extLst>
          </p:cNvPr>
          <p:cNvCxnSpPr>
            <a:cxnSpLocks/>
          </p:cNvCxnSpPr>
          <p:nvPr/>
        </p:nvCxnSpPr>
        <p:spPr>
          <a:xfrm>
            <a:off x="1711564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55B071C-8981-2A8F-1101-C80F44A3A0EA}"/>
              </a:ext>
            </a:extLst>
          </p:cNvPr>
          <p:cNvCxnSpPr>
            <a:cxnSpLocks/>
          </p:cNvCxnSpPr>
          <p:nvPr/>
        </p:nvCxnSpPr>
        <p:spPr>
          <a:xfrm>
            <a:off x="2685883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E4C9B6C-6EE9-080A-0E4D-060FC3D709C2}"/>
              </a:ext>
            </a:extLst>
          </p:cNvPr>
          <p:cNvCxnSpPr>
            <a:cxnSpLocks/>
          </p:cNvCxnSpPr>
          <p:nvPr/>
        </p:nvCxnSpPr>
        <p:spPr>
          <a:xfrm>
            <a:off x="3660202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857D6C0-B235-F697-81B1-110E3CF6C040}"/>
              </a:ext>
            </a:extLst>
          </p:cNvPr>
          <p:cNvCxnSpPr>
            <a:cxnSpLocks/>
          </p:cNvCxnSpPr>
          <p:nvPr/>
        </p:nvCxnSpPr>
        <p:spPr>
          <a:xfrm>
            <a:off x="4634521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F7446D3-92E7-C0A0-EE04-F8FF146627C8}"/>
              </a:ext>
            </a:extLst>
          </p:cNvPr>
          <p:cNvCxnSpPr>
            <a:cxnSpLocks/>
          </p:cNvCxnSpPr>
          <p:nvPr/>
        </p:nvCxnSpPr>
        <p:spPr>
          <a:xfrm>
            <a:off x="5608840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2EA01DF-31C1-6EF7-8557-84FB9D05B0C8}"/>
              </a:ext>
            </a:extLst>
          </p:cNvPr>
          <p:cNvCxnSpPr>
            <a:cxnSpLocks/>
          </p:cNvCxnSpPr>
          <p:nvPr/>
        </p:nvCxnSpPr>
        <p:spPr>
          <a:xfrm>
            <a:off x="6583159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70FB5EB-4EC1-75A7-0334-34BF2B9424F1}"/>
              </a:ext>
            </a:extLst>
          </p:cNvPr>
          <p:cNvCxnSpPr>
            <a:cxnSpLocks/>
          </p:cNvCxnSpPr>
          <p:nvPr/>
        </p:nvCxnSpPr>
        <p:spPr>
          <a:xfrm>
            <a:off x="7557478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EC6CF8F-7789-0DE5-1AEA-C9713A0469AB}"/>
              </a:ext>
            </a:extLst>
          </p:cNvPr>
          <p:cNvCxnSpPr>
            <a:cxnSpLocks/>
          </p:cNvCxnSpPr>
          <p:nvPr/>
        </p:nvCxnSpPr>
        <p:spPr>
          <a:xfrm>
            <a:off x="8531797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160E4C0-BF1A-3DAA-C6C2-3EA977041E03}"/>
              </a:ext>
            </a:extLst>
          </p:cNvPr>
          <p:cNvCxnSpPr>
            <a:cxnSpLocks/>
          </p:cNvCxnSpPr>
          <p:nvPr/>
        </p:nvCxnSpPr>
        <p:spPr>
          <a:xfrm>
            <a:off x="9506116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5ABA85C-3FE1-42A4-69B6-3490CAFAA261}"/>
              </a:ext>
            </a:extLst>
          </p:cNvPr>
          <p:cNvCxnSpPr>
            <a:cxnSpLocks/>
          </p:cNvCxnSpPr>
          <p:nvPr/>
        </p:nvCxnSpPr>
        <p:spPr>
          <a:xfrm>
            <a:off x="10480435" y="1651221"/>
            <a:ext cx="0" cy="5217847"/>
          </a:xfrm>
          <a:prstGeom prst="line">
            <a:avLst/>
          </a:prstGeom>
          <a:ln>
            <a:solidFill>
              <a:schemeClr val="bg2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horizontal line">
            <a:extLst>
              <a:ext uri="{FF2B5EF4-FFF2-40B4-BE49-F238E27FC236}">
                <a16:creationId xmlns:a16="http://schemas.microsoft.com/office/drawing/2014/main" id="{36D4178E-80EA-92BE-BE61-AEC3EE4CE044}"/>
              </a:ext>
            </a:extLst>
          </p:cNvPr>
          <p:cNvCxnSpPr>
            <a:cxnSpLocks/>
          </p:cNvCxnSpPr>
          <p:nvPr/>
        </p:nvCxnSpPr>
        <p:spPr>
          <a:xfrm>
            <a:off x="0" y="1651222"/>
            <a:ext cx="12192000" cy="0"/>
          </a:xfrm>
          <a:prstGeom prst="line">
            <a:avLst/>
          </a:prstGeom>
          <a:solidFill>
            <a:srgbClr val="000714"/>
          </a:solidFill>
          <a:ln w="12700">
            <a:solidFill>
              <a:schemeClr val="bg1"/>
            </a:solidFill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7CA5F6B-99EC-1351-7AF2-2DD5C43A8B27}"/>
              </a:ext>
            </a:extLst>
          </p:cNvPr>
          <p:cNvSpPr/>
          <p:nvPr/>
        </p:nvSpPr>
        <p:spPr>
          <a:xfrm>
            <a:off x="669379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6DA8CE0-F4D2-7ACB-7352-0FFB79F1B288}"/>
              </a:ext>
            </a:extLst>
          </p:cNvPr>
          <p:cNvSpPr/>
          <p:nvPr/>
        </p:nvSpPr>
        <p:spPr>
          <a:xfrm>
            <a:off x="1643698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D30152E-9A8D-0441-F51F-585119D5E8BA}"/>
              </a:ext>
            </a:extLst>
          </p:cNvPr>
          <p:cNvSpPr/>
          <p:nvPr/>
        </p:nvSpPr>
        <p:spPr>
          <a:xfrm>
            <a:off x="2618017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80CF4C-1DA1-12C2-A28B-54F7CB17264C}"/>
              </a:ext>
            </a:extLst>
          </p:cNvPr>
          <p:cNvSpPr/>
          <p:nvPr/>
        </p:nvSpPr>
        <p:spPr>
          <a:xfrm>
            <a:off x="3592336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5A53DE-4FC0-9AF8-DA68-C151C6885994}"/>
              </a:ext>
            </a:extLst>
          </p:cNvPr>
          <p:cNvSpPr/>
          <p:nvPr/>
        </p:nvSpPr>
        <p:spPr>
          <a:xfrm>
            <a:off x="4566655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E2289B-F8F3-74AD-38C9-9985B389FC6E}"/>
              </a:ext>
            </a:extLst>
          </p:cNvPr>
          <p:cNvSpPr/>
          <p:nvPr/>
        </p:nvSpPr>
        <p:spPr>
          <a:xfrm>
            <a:off x="5540974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E42624-4D1E-CC8E-CD38-AD92E2739299}"/>
              </a:ext>
            </a:extLst>
          </p:cNvPr>
          <p:cNvSpPr/>
          <p:nvPr/>
        </p:nvSpPr>
        <p:spPr>
          <a:xfrm>
            <a:off x="6515293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5CB9857-7698-2FDC-2886-CDF2FB3C8A72}"/>
              </a:ext>
            </a:extLst>
          </p:cNvPr>
          <p:cNvSpPr/>
          <p:nvPr/>
        </p:nvSpPr>
        <p:spPr>
          <a:xfrm>
            <a:off x="7489612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6D55C3-8BF0-A0ED-1AF0-1D918DDF294D}"/>
              </a:ext>
            </a:extLst>
          </p:cNvPr>
          <p:cNvSpPr/>
          <p:nvPr/>
        </p:nvSpPr>
        <p:spPr>
          <a:xfrm>
            <a:off x="8463931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EA689C-1988-2347-1C83-B028280F26BB}"/>
              </a:ext>
            </a:extLst>
          </p:cNvPr>
          <p:cNvSpPr/>
          <p:nvPr/>
        </p:nvSpPr>
        <p:spPr>
          <a:xfrm>
            <a:off x="9438250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FE88B2E-03E1-C99C-6B27-EBF23B37A9FA}"/>
              </a:ext>
            </a:extLst>
          </p:cNvPr>
          <p:cNvSpPr/>
          <p:nvPr/>
        </p:nvSpPr>
        <p:spPr>
          <a:xfrm>
            <a:off x="10412569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8E86AA-05B4-1AE5-DBBE-E0ED31F82F4F}"/>
              </a:ext>
            </a:extLst>
          </p:cNvPr>
          <p:cNvSpPr txBox="1">
            <a:spLocks/>
          </p:cNvSpPr>
          <p:nvPr/>
        </p:nvSpPr>
        <p:spPr>
          <a:xfrm>
            <a:off x="4177321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en-CA" sz="1000">
                <a:solidFill>
                  <a:schemeClr val="bg1"/>
                </a:solidFill>
                <a:latin typeface="+mj-lt"/>
              </a:rPr>
              <a:t>AUG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3E505B-D1F1-F3E3-9AFB-5798A2887DDD}"/>
              </a:ext>
            </a:extLst>
          </p:cNvPr>
          <p:cNvSpPr txBox="1">
            <a:spLocks/>
          </p:cNvSpPr>
          <p:nvPr/>
        </p:nvSpPr>
        <p:spPr>
          <a:xfrm>
            <a:off x="5151640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SEP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02E68E-27D5-A2C2-4BCC-AD219AC6C190}"/>
              </a:ext>
            </a:extLst>
          </p:cNvPr>
          <p:cNvSpPr txBox="1">
            <a:spLocks/>
          </p:cNvSpPr>
          <p:nvPr/>
        </p:nvSpPr>
        <p:spPr>
          <a:xfrm>
            <a:off x="6125959" y="1302344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en-CA" sz="1000">
                <a:solidFill>
                  <a:schemeClr val="bg1"/>
                </a:solidFill>
                <a:latin typeface="+mj-lt"/>
              </a:rPr>
              <a:t>OCT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A7FAA9-8DAF-F3A0-5E95-329275DE571A}"/>
              </a:ext>
            </a:extLst>
          </p:cNvPr>
          <p:cNvSpPr txBox="1">
            <a:spLocks/>
          </p:cNvSpPr>
          <p:nvPr/>
        </p:nvSpPr>
        <p:spPr>
          <a:xfrm>
            <a:off x="7100278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NOV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DECFA-D0F3-2CBA-9023-897EFE382409}"/>
              </a:ext>
            </a:extLst>
          </p:cNvPr>
          <p:cNvSpPr txBox="1">
            <a:spLocks/>
          </p:cNvSpPr>
          <p:nvPr/>
        </p:nvSpPr>
        <p:spPr>
          <a:xfrm>
            <a:off x="8074597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DEC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728795-DF66-3FB2-B376-8A0182C35B72}"/>
              </a:ext>
            </a:extLst>
          </p:cNvPr>
          <p:cNvSpPr txBox="1">
            <a:spLocks/>
          </p:cNvSpPr>
          <p:nvPr/>
        </p:nvSpPr>
        <p:spPr>
          <a:xfrm>
            <a:off x="9048916" y="1302344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JAN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DF338E-6B5E-697D-7A3B-69286ED76C8F}"/>
              </a:ext>
            </a:extLst>
          </p:cNvPr>
          <p:cNvSpPr txBox="1"/>
          <p:nvPr/>
        </p:nvSpPr>
        <p:spPr>
          <a:xfrm>
            <a:off x="10023235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FEB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5DE48A-6602-E2E3-D9FF-0602CD502F04}"/>
              </a:ext>
            </a:extLst>
          </p:cNvPr>
          <p:cNvSpPr txBox="1">
            <a:spLocks/>
          </p:cNvSpPr>
          <p:nvPr/>
        </p:nvSpPr>
        <p:spPr>
          <a:xfrm>
            <a:off x="3203002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JUL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EBABA6-E222-7665-B45F-562A670C0D0C}"/>
              </a:ext>
            </a:extLst>
          </p:cNvPr>
          <p:cNvSpPr txBox="1">
            <a:spLocks/>
          </p:cNvSpPr>
          <p:nvPr/>
        </p:nvSpPr>
        <p:spPr>
          <a:xfrm>
            <a:off x="2228683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JUN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131493-A5A3-B333-A3D8-3BF608B29DD7}"/>
              </a:ext>
            </a:extLst>
          </p:cNvPr>
          <p:cNvSpPr txBox="1">
            <a:spLocks/>
          </p:cNvSpPr>
          <p:nvPr/>
        </p:nvSpPr>
        <p:spPr>
          <a:xfrm>
            <a:off x="1254364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MAY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Line Callout 3 (No Border) 38">
            <a:extLst>
              <a:ext uri="{FF2B5EF4-FFF2-40B4-BE49-F238E27FC236}">
                <a16:creationId xmlns:a16="http://schemas.microsoft.com/office/drawing/2014/main" id="{88EBE03B-A833-4335-BC9D-03DA75F4C1C1}"/>
              </a:ext>
            </a:extLst>
          </p:cNvPr>
          <p:cNvSpPr/>
          <p:nvPr/>
        </p:nvSpPr>
        <p:spPr>
          <a:xfrm>
            <a:off x="3612333" y="2539524"/>
            <a:ext cx="1953966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35" name="Line Callout 3 (No Border) 38">
            <a:extLst>
              <a:ext uri="{FF2B5EF4-FFF2-40B4-BE49-F238E27FC236}">
                <a16:creationId xmlns:a16="http://schemas.microsoft.com/office/drawing/2014/main" id="{4E2D1FDD-1FFA-4679-EE33-4C51ADB5A7DC}"/>
              </a:ext>
            </a:extLst>
          </p:cNvPr>
          <p:cNvSpPr/>
          <p:nvPr/>
        </p:nvSpPr>
        <p:spPr>
          <a:xfrm>
            <a:off x="3612333" y="2930129"/>
            <a:ext cx="1953966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36" name="Line Callout 3 (No Border) 38">
            <a:extLst>
              <a:ext uri="{FF2B5EF4-FFF2-40B4-BE49-F238E27FC236}">
                <a16:creationId xmlns:a16="http://schemas.microsoft.com/office/drawing/2014/main" id="{118056A8-08C8-FC5F-D530-ED8C770A1A88}"/>
              </a:ext>
            </a:extLst>
          </p:cNvPr>
          <p:cNvSpPr/>
          <p:nvPr/>
        </p:nvSpPr>
        <p:spPr>
          <a:xfrm>
            <a:off x="3612333" y="3320734"/>
            <a:ext cx="1953966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4"/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37" name="Line Callout 3 (No Border) 38">
            <a:extLst>
              <a:ext uri="{FF2B5EF4-FFF2-40B4-BE49-F238E27FC236}">
                <a16:creationId xmlns:a16="http://schemas.microsoft.com/office/drawing/2014/main" id="{BEB7B04B-91DD-0FDB-AA12-FE8728FE8B3B}"/>
              </a:ext>
            </a:extLst>
          </p:cNvPr>
          <p:cNvSpPr/>
          <p:nvPr/>
        </p:nvSpPr>
        <p:spPr>
          <a:xfrm>
            <a:off x="763199" y="2148919"/>
            <a:ext cx="2824551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1"/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38" name="Line Callout 3 (No Border) 38">
            <a:extLst>
              <a:ext uri="{FF2B5EF4-FFF2-40B4-BE49-F238E27FC236}">
                <a16:creationId xmlns:a16="http://schemas.microsoft.com/office/drawing/2014/main" id="{100F4DB8-CDA0-7592-C116-A2F7F7D7349B}"/>
              </a:ext>
            </a:extLst>
          </p:cNvPr>
          <p:cNvSpPr/>
          <p:nvPr/>
        </p:nvSpPr>
        <p:spPr>
          <a:xfrm>
            <a:off x="8558483" y="4883154"/>
            <a:ext cx="2892119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39" name="Line Callout 3 (No Border) 38">
            <a:extLst>
              <a:ext uri="{FF2B5EF4-FFF2-40B4-BE49-F238E27FC236}">
                <a16:creationId xmlns:a16="http://schemas.microsoft.com/office/drawing/2014/main" id="{893854EA-63E8-34B9-3361-A470356AAE29}"/>
              </a:ext>
            </a:extLst>
          </p:cNvPr>
          <p:cNvSpPr/>
          <p:nvPr/>
        </p:nvSpPr>
        <p:spPr>
          <a:xfrm>
            <a:off x="7570933" y="5273759"/>
            <a:ext cx="3879671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40" name="Line Callout 3 (No Border) 38">
            <a:extLst>
              <a:ext uri="{FF2B5EF4-FFF2-40B4-BE49-F238E27FC236}">
                <a16:creationId xmlns:a16="http://schemas.microsoft.com/office/drawing/2014/main" id="{CA467CD9-ADE9-735E-2A7D-6694B07A09AA}"/>
              </a:ext>
            </a:extLst>
          </p:cNvPr>
          <p:cNvSpPr/>
          <p:nvPr/>
        </p:nvSpPr>
        <p:spPr>
          <a:xfrm>
            <a:off x="8558483" y="5664364"/>
            <a:ext cx="2892119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41" name="Line Callout 3 (No Border) 38">
            <a:extLst>
              <a:ext uri="{FF2B5EF4-FFF2-40B4-BE49-F238E27FC236}">
                <a16:creationId xmlns:a16="http://schemas.microsoft.com/office/drawing/2014/main" id="{D5C58F33-5E42-BD15-783B-A173C7CE47E5}"/>
              </a:ext>
            </a:extLst>
          </p:cNvPr>
          <p:cNvSpPr/>
          <p:nvPr/>
        </p:nvSpPr>
        <p:spPr>
          <a:xfrm>
            <a:off x="5592882" y="3711339"/>
            <a:ext cx="3932857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42" name="Line Callout 3 (No Border) 38">
            <a:extLst>
              <a:ext uri="{FF2B5EF4-FFF2-40B4-BE49-F238E27FC236}">
                <a16:creationId xmlns:a16="http://schemas.microsoft.com/office/drawing/2014/main" id="{6FC4D330-BE18-A2F2-A66B-C4EAC6701F58}"/>
              </a:ext>
            </a:extLst>
          </p:cNvPr>
          <p:cNvSpPr/>
          <p:nvPr/>
        </p:nvSpPr>
        <p:spPr>
          <a:xfrm>
            <a:off x="5592882" y="4101944"/>
            <a:ext cx="4423329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5"/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43" name="Line Callout 3 (No Border) 38">
            <a:extLst>
              <a:ext uri="{FF2B5EF4-FFF2-40B4-BE49-F238E27FC236}">
                <a16:creationId xmlns:a16="http://schemas.microsoft.com/office/drawing/2014/main" id="{3747F5C8-E241-5C8B-E03F-46B6E9227B5B}"/>
              </a:ext>
            </a:extLst>
          </p:cNvPr>
          <p:cNvSpPr/>
          <p:nvPr/>
        </p:nvSpPr>
        <p:spPr>
          <a:xfrm>
            <a:off x="7570933" y="4492549"/>
            <a:ext cx="1954806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rgbClr val="EBEBEB"/>
          </a:solidFill>
          <a:ln w="5080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31288"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</a:rPr>
              <a:t>Effort name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815DFF9B-C0A3-53C0-35E5-09B667A6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B1580F5-EB8C-AED5-DC44-BF5D71BFFC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7C5D7CF9-0206-D144-B2B9-108A6C5451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EFE7E8-7340-757A-C2C5-E01C343863F9}"/>
              </a:ext>
            </a:extLst>
          </p:cNvPr>
          <p:cNvSpPr/>
          <p:nvPr/>
        </p:nvSpPr>
        <p:spPr>
          <a:xfrm>
            <a:off x="6620267" y="151363"/>
            <a:ext cx="5386017" cy="469232"/>
          </a:xfrm>
          <a:prstGeom prst="rect">
            <a:avLst/>
          </a:prstGeom>
          <a:ln>
            <a:solidFill>
              <a:schemeClr val="bg2">
                <a:lumMod val="90000"/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>
              <a:latin typeface="DT Flow Light" pitchFamily="2" charset="77"/>
            </a:endParaRPr>
          </a:p>
        </p:txBody>
      </p:sp>
      <p:grpSp>
        <p:nvGrpSpPr>
          <p:cNvPr id="3" name="key">
            <a:extLst>
              <a:ext uri="{FF2B5EF4-FFF2-40B4-BE49-F238E27FC236}">
                <a16:creationId xmlns:a16="http://schemas.microsoft.com/office/drawing/2014/main" id="{0305A8C9-6D21-F7C4-C187-898E7CC6715D}"/>
              </a:ext>
            </a:extLst>
          </p:cNvPr>
          <p:cNvGrpSpPr/>
          <p:nvPr/>
        </p:nvGrpSpPr>
        <p:grpSpPr>
          <a:xfrm>
            <a:off x="6805590" y="259034"/>
            <a:ext cx="5056262" cy="253890"/>
            <a:chOff x="5630052" y="433135"/>
            <a:chExt cx="6004680" cy="418256"/>
          </a:xfrm>
        </p:grpSpPr>
        <p:sp>
          <p:nvSpPr>
            <p:cNvPr id="4" name="Line Callout 3 (No Border) 38">
              <a:extLst>
                <a:ext uri="{FF2B5EF4-FFF2-40B4-BE49-F238E27FC236}">
                  <a16:creationId xmlns:a16="http://schemas.microsoft.com/office/drawing/2014/main" id="{3B0E7A88-86E4-FC89-62B8-29BCF1EEA3F5}"/>
                </a:ext>
              </a:extLst>
            </p:cNvPr>
            <p:cNvSpPr/>
            <p:nvPr/>
          </p:nvSpPr>
          <p:spPr>
            <a:xfrm>
              <a:off x="5630052" y="433135"/>
              <a:ext cx="1185123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1"/>
              </a:solidFill>
            </a:ln>
            <a:effectLst>
              <a:outerShdw blurRad="414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 dirty="0">
                  <a:solidFill>
                    <a:schemeClr val="tx1"/>
                  </a:solidFill>
                </a:rPr>
                <a:t>Type 1</a:t>
              </a:r>
            </a:p>
          </p:txBody>
        </p:sp>
        <p:sp>
          <p:nvSpPr>
            <p:cNvPr id="5" name="Line Callout 3 (No Border) 38">
              <a:extLst>
                <a:ext uri="{FF2B5EF4-FFF2-40B4-BE49-F238E27FC236}">
                  <a16:creationId xmlns:a16="http://schemas.microsoft.com/office/drawing/2014/main" id="{51248849-3FF6-7BE6-B607-3CE4CC188490}"/>
                </a:ext>
              </a:extLst>
            </p:cNvPr>
            <p:cNvSpPr/>
            <p:nvPr/>
          </p:nvSpPr>
          <p:spPr>
            <a:xfrm>
              <a:off x="6962143" y="433135"/>
              <a:ext cx="1185123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4"/>
              </a:solidFill>
            </a:ln>
            <a:effectLst>
              <a:outerShdw blurRad="414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2</a:t>
              </a:r>
            </a:p>
          </p:txBody>
        </p:sp>
        <p:sp>
          <p:nvSpPr>
            <p:cNvPr id="6" name="Line Callout 3 (No Border) 38">
              <a:extLst>
                <a:ext uri="{FF2B5EF4-FFF2-40B4-BE49-F238E27FC236}">
                  <a16:creationId xmlns:a16="http://schemas.microsoft.com/office/drawing/2014/main" id="{C8063719-96A2-3930-F383-3E0A3046537D}"/>
                </a:ext>
              </a:extLst>
            </p:cNvPr>
            <p:cNvSpPr/>
            <p:nvPr/>
          </p:nvSpPr>
          <p:spPr>
            <a:xfrm>
              <a:off x="8294234" y="433135"/>
              <a:ext cx="1039986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5"/>
              </a:solidFill>
            </a:ln>
            <a:effectLst>
              <a:outerShdw blurRad="414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3</a:t>
              </a:r>
            </a:p>
          </p:txBody>
        </p:sp>
        <p:sp>
          <p:nvSpPr>
            <p:cNvPr id="7" name="Line Callout 3 (No Border) 38">
              <a:extLst>
                <a:ext uri="{FF2B5EF4-FFF2-40B4-BE49-F238E27FC236}">
                  <a16:creationId xmlns:a16="http://schemas.microsoft.com/office/drawing/2014/main" id="{DC6F09FF-767B-5E05-D657-F685ECD18E3B}"/>
                </a:ext>
              </a:extLst>
            </p:cNvPr>
            <p:cNvSpPr/>
            <p:nvPr/>
          </p:nvSpPr>
          <p:spPr>
            <a:xfrm>
              <a:off x="9481188" y="433135"/>
              <a:ext cx="1003288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2">
                  <a:lumMod val="40000"/>
                  <a:lumOff val="60000"/>
                </a:schemeClr>
              </a:solidFill>
            </a:ln>
            <a:effectLst>
              <a:outerShdw blurRad="414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4</a:t>
              </a:r>
            </a:p>
          </p:txBody>
        </p:sp>
        <p:sp>
          <p:nvSpPr>
            <p:cNvPr id="8" name="Line Callout 3 (No Border) 38">
              <a:extLst>
                <a:ext uri="{FF2B5EF4-FFF2-40B4-BE49-F238E27FC236}">
                  <a16:creationId xmlns:a16="http://schemas.microsoft.com/office/drawing/2014/main" id="{E0CBCCF4-D783-8AAF-6B97-01E5A1A634F9}"/>
                </a:ext>
              </a:extLst>
            </p:cNvPr>
            <p:cNvSpPr/>
            <p:nvPr/>
          </p:nvSpPr>
          <p:spPr>
            <a:xfrm>
              <a:off x="10631444" y="433135"/>
              <a:ext cx="1003288" cy="418256"/>
            </a:xfrm>
            <a:custGeom>
              <a:avLst/>
              <a:gdLst>
                <a:gd name="connsiteX0" fmla="*/ 0 w 1688400"/>
                <a:gd name="connsiteY0" fmla="*/ 0 h 306622"/>
                <a:gd name="connsiteX1" fmla="*/ 1688400 w 1688400"/>
                <a:gd name="connsiteY1" fmla="*/ 0 h 306622"/>
                <a:gd name="connsiteX2" fmla="*/ 1688400 w 1688400"/>
                <a:gd name="connsiteY2" fmla="*/ 306622 h 306622"/>
                <a:gd name="connsiteX3" fmla="*/ 0 w 1688400"/>
                <a:gd name="connsiteY3" fmla="*/ 306622 h 306622"/>
                <a:gd name="connsiteX4" fmla="*/ 0 w 1688400"/>
                <a:gd name="connsiteY4" fmla="*/ 0 h 306622"/>
                <a:gd name="connsiteX0" fmla="*/ 1689886 w 1688400"/>
                <a:gd name="connsiteY0" fmla="*/ -592 h 306622"/>
                <a:gd name="connsiteX1" fmla="*/ -4491 w 1688400"/>
                <a:gd name="connsiteY1" fmla="*/ -3 h 306622"/>
                <a:gd name="connsiteX0" fmla="*/ 144677 w 1833077"/>
                <a:gd name="connsiteY0" fmla="*/ 3 h 314107"/>
                <a:gd name="connsiteX1" fmla="*/ 1833077 w 1833077"/>
                <a:gd name="connsiteY1" fmla="*/ 3 h 314107"/>
                <a:gd name="connsiteX2" fmla="*/ 1833077 w 1833077"/>
                <a:gd name="connsiteY2" fmla="*/ 306625 h 314107"/>
                <a:gd name="connsiteX3" fmla="*/ 144677 w 1833077"/>
                <a:gd name="connsiteY3" fmla="*/ 306625 h 314107"/>
                <a:gd name="connsiteX4" fmla="*/ 144677 w 1833077"/>
                <a:gd name="connsiteY4" fmla="*/ 3 h 314107"/>
                <a:gd name="connsiteX0" fmla="*/ 166080 w 1833077"/>
                <a:gd name="connsiteY0" fmla="*/ 314107 h 314107"/>
                <a:gd name="connsiteX1" fmla="*/ 140186 w 1833077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258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124319 w 1692891"/>
                <a:gd name="connsiteY0" fmla="*/ 263307 h 306625"/>
                <a:gd name="connsiteX1" fmla="*/ 0 w 1692891"/>
                <a:gd name="connsiteY1" fmla="*/ 0 h 306625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14107"/>
                <a:gd name="connsiteX1" fmla="*/ 1692891 w 1692891"/>
                <a:gd name="connsiteY1" fmla="*/ 3 h 314107"/>
                <a:gd name="connsiteX2" fmla="*/ 1692891 w 1692891"/>
                <a:gd name="connsiteY2" fmla="*/ 306625 h 314107"/>
                <a:gd name="connsiteX3" fmla="*/ 4491 w 1692891"/>
                <a:gd name="connsiteY3" fmla="*/ 306625 h 314107"/>
                <a:gd name="connsiteX4" fmla="*/ 4491 w 1692891"/>
                <a:gd name="connsiteY4" fmla="*/ 3 h 314107"/>
                <a:gd name="connsiteX0" fmla="*/ 494 w 1692891"/>
                <a:gd name="connsiteY0" fmla="*/ 314107 h 314107"/>
                <a:gd name="connsiteX1" fmla="*/ 0 w 1692891"/>
                <a:gd name="connsiteY1" fmla="*/ 0 h 314107"/>
                <a:gd name="connsiteX2" fmla="*/ 494 w 1692891"/>
                <a:gd name="connsiteY2" fmla="*/ 314107 h 314107"/>
                <a:gd name="connsiteX0" fmla="*/ 4491 w 1692891"/>
                <a:gd name="connsiteY0" fmla="*/ 3 h 306625"/>
                <a:gd name="connsiteX1" fmla="*/ 1692891 w 1692891"/>
                <a:gd name="connsiteY1" fmla="*/ 3 h 306625"/>
                <a:gd name="connsiteX2" fmla="*/ 1692891 w 1692891"/>
                <a:gd name="connsiteY2" fmla="*/ 306625 h 306625"/>
                <a:gd name="connsiteX3" fmla="*/ 4491 w 1692891"/>
                <a:gd name="connsiteY3" fmla="*/ 306625 h 306625"/>
                <a:gd name="connsiteX4" fmla="*/ 4491 w 1692891"/>
                <a:gd name="connsiteY4" fmla="*/ 3 h 306625"/>
                <a:gd name="connsiteX0" fmla="*/ 494 w 1692891"/>
                <a:gd name="connsiteY0" fmla="*/ 306120 h 306625"/>
                <a:gd name="connsiteX1" fmla="*/ 0 w 1692891"/>
                <a:gd name="connsiteY1" fmla="*/ 0 h 306625"/>
                <a:gd name="connsiteX2" fmla="*/ 494 w 1692891"/>
                <a:gd name="connsiteY2" fmla="*/ 306120 h 306625"/>
                <a:gd name="connsiteX0" fmla="*/ 58349 w 1746749"/>
                <a:gd name="connsiteY0" fmla="*/ 3 h 308382"/>
                <a:gd name="connsiteX1" fmla="*/ 1746749 w 1746749"/>
                <a:gd name="connsiteY1" fmla="*/ 3 h 308382"/>
                <a:gd name="connsiteX2" fmla="*/ 1746749 w 1746749"/>
                <a:gd name="connsiteY2" fmla="*/ 306625 h 308382"/>
                <a:gd name="connsiteX3" fmla="*/ 58349 w 1746749"/>
                <a:gd name="connsiteY3" fmla="*/ 306625 h 308382"/>
                <a:gd name="connsiteX4" fmla="*/ 58349 w 1746749"/>
                <a:gd name="connsiteY4" fmla="*/ 3 h 308382"/>
                <a:gd name="connsiteX0" fmla="*/ 0 w 1746749"/>
                <a:gd name="connsiteY0" fmla="*/ 308382 h 308382"/>
                <a:gd name="connsiteX1" fmla="*/ 53858 w 1746749"/>
                <a:gd name="connsiteY1" fmla="*/ 0 h 308382"/>
                <a:gd name="connsiteX2" fmla="*/ 0 w 1746749"/>
                <a:gd name="connsiteY2" fmla="*/ 308382 h 308382"/>
                <a:gd name="connsiteX0" fmla="*/ 4491 w 1692891"/>
                <a:gd name="connsiteY0" fmla="*/ 3 h 306874"/>
                <a:gd name="connsiteX1" fmla="*/ 1692891 w 1692891"/>
                <a:gd name="connsiteY1" fmla="*/ 3 h 306874"/>
                <a:gd name="connsiteX2" fmla="*/ 1692891 w 1692891"/>
                <a:gd name="connsiteY2" fmla="*/ 306625 h 306874"/>
                <a:gd name="connsiteX3" fmla="*/ 4491 w 1692891"/>
                <a:gd name="connsiteY3" fmla="*/ 306625 h 306874"/>
                <a:gd name="connsiteX4" fmla="*/ 4491 w 1692891"/>
                <a:gd name="connsiteY4" fmla="*/ 3 h 306874"/>
                <a:gd name="connsiteX0" fmla="*/ 3692 w 1692891"/>
                <a:gd name="connsiteY0" fmla="*/ 306874 h 306874"/>
                <a:gd name="connsiteX1" fmla="*/ 0 w 1692891"/>
                <a:gd name="connsiteY1" fmla="*/ 0 h 306874"/>
                <a:gd name="connsiteX2" fmla="*/ 3692 w 1692891"/>
                <a:gd name="connsiteY2" fmla="*/ 306874 h 306874"/>
                <a:gd name="connsiteX0" fmla="*/ 78027 w 1766427"/>
                <a:gd name="connsiteY0" fmla="*/ 0 h 306871"/>
                <a:gd name="connsiteX1" fmla="*/ 1766427 w 1766427"/>
                <a:gd name="connsiteY1" fmla="*/ 0 h 306871"/>
                <a:gd name="connsiteX2" fmla="*/ 1766427 w 1766427"/>
                <a:gd name="connsiteY2" fmla="*/ 306622 h 306871"/>
                <a:gd name="connsiteX3" fmla="*/ 78027 w 1766427"/>
                <a:gd name="connsiteY3" fmla="*/ 306622 h 306871"/>
                <a:gd name="connsiteX4" fmla="*/ 78027 w 1766427"/>
                <a:gd name="connsiteY4" fmla="*/ 0 h 306871"/>
                <a:gd name="connsiteX0" fmla="*/ 77228 w 1766427"/>
                <a:gd name="connsiteY0" fmla="*/ 306871 h 306871"/>
                <a:gd name="connsiteX1" fmla="*/ 0 w 1766427"/>
                <a:gd name="connsiteY1" fmla="*/ 751 h 306871"/>
                <a:gd name="connsiteX2" fmla="*/ 77228 w 1766427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751 h 306871"/>
                <a:gd name="connsiteX2" fmla="*/ 495 w 1689694"/>
                <a:gd name="connsiteY2" fmla="*/ 306871 h 306871"/>
                <a:gd name="connsiteX0" fmla="*/ 799 w 1689199"/>
                <a:gd name="connsiteY0" fmla="*/ 0 h 306871"/>
                <a:gd name="connsiteX1" fmla="*/ 1689199 w 1689199"/>
                <a:gd name="connsiteY1" fmla="*/ 0 h 306871"/>
                <a:gd name="connsiteX2" fmla="*/ 1689199 w 1689199"/>
                <a:gd name="connsiteY2" fmla="*/ 306622 h 306871"/>
                <a:gd name="connsiteX3" fmla="*/ 799 w 1689199"/>
                <a:gd name="connsiteY3" fmla="*/ 306622 h 306871"/>
                <a:gd name="connsiteX4" fmla="*/ 799 w 1689199"/>
                <a:gd name="connsiteY4" fmla="*/ 0 h 306871"/>
                <a:gd name="connsiteX0" fmla="*/ 0 w 1689199"/>
                <a:gd name="connsiteY0" fmla="*/ 306871 h 306871"/>
                <a:gd name="connsiteX1" fmla="*/ 75705 w 1689199"/>
                <a:gd name="connsiteY1" fmla="*/ 2249 h 306871"/>
                <a:gd name="connsiteX2" fmla="*/ 0 w 1689199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871"/>
                <a:gd name="connsiteX1" fmla="*/ 1689694 w 1689694"/>
                <a:gd name="connsiteY1" fmla="*/ 0 h 306871"/>
                <a:gd name="connsiteX2" fmla="*/ 1689694 w 1689694"/>
                <a:gd name="connsiteY2" fmla="*/ 306622 h 306871"/>
                <a:gd name="connsiteX3" fmla="*/ 1294 w 1689694"/>
                <a:gd name="connsiteY3" fmla="*/ 306622 h 306871"/>
                <a:gd name="connsiteX4" fmla="*/ 1294 w 1689694"/>
                <a:gd name="connsiteY4" fmla="*/ 0 h 306871"/>
                <a:gd name="connsiteX0" fmla="*/ 495 w 1689694"/>
                <a:gd name="connsiteY0" fmla="*/ 306871 h 306871"/>
                <a:gd name="connsiteX1" fmla="*/ 0 w 1689694"/>
                <a:gd name="connsiteY1" fmla="*/ 3 h 306871"/>
                <a:gd name="connsiteX2" fmla="*/ 495 w 1689694"/>
                <a:gd name="connsiteY2" fmla="*/ 306871 h 306871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3605 h 306622"/>
                <a:gd name="connsiteX1" fmla="*/ 0 w 1689694"/>
                <a:gd name="connsiteY1" fmla="*/ 3 h 306622"/>
                <a:gd name="connsiteX2" fmla="*/ 495 w 1689694"/>
                <a:gd name="connsiteY2" fmla="*/ 303605 h 306622"/>
                <a:gd name="connsiteX0" fmla="*/ 1294 w 1689694"/>
                <a:gd name="connsiteY0" fmla="*/ 0 h 306622"/>
                <a:gd name="connsiteX1" fmla="*/ 1689694 w 1689694"/>
                <a:gd name="connsiteY1" fmla="*/ 0 h 306622"/>
                <a:gd name="connsiteX2" fmla="*/ 1689694 w 1689694"/>
                <a:gd name="connsiteY2" fmla="*/ 306622 h 306622"/>
                <a:gd name="connsiteX3" fmla="*/ 1294 w 1689694"/>
                <a:gd name="connsiteY3" fmla="*/ 306622 h 306622"/>
                <a:gd name="connsiteX4" fmla="*/ 1294 w 1689694"/>
                <a:gd name="connsiteY4" fmla="*/ 0 h 306622"/>
                <a:gd name="connsiteX0" fmla="*/ 495 w 1689694"/>
                <a:gd name="connsiteY0" fmla="*/ 306462 h 306622"/>
                <a:gd name="connsiteX1" fmla="*/ 0 w 1689694"/>
                <a:gd name="connsiteY1" fmla="*/ 3 h 306622"/>
                <a:gd name="connsiteX2" fmla="*/ 495 w 1689694"/>
                <a:gd name="connsiteY2" fmla="*/ 306462 h 30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9694" h="306622" stroke="0" extrusionOk="0">
                  <a:moveTo>
                    <a:pt x="1294" y="0"/>
                  </a:moveTo>
                  <a:lnTo>
                    <a:pt x="1689694" y="0"/>
                  </a:lnTo>
                  <a:lnTo>
                    <a:pt x="1689694" y="306622"/>
                  </a:lnTo>
                  <a:lnTo>
                    <a:pt x="1294" y="306622"/>
                  </a:lnTo>
                  <a:lnTo>
                    <a:pt x="1294" y="0"/>
                  </a:lnTo>
                  <a:close/>
                </a:path>
                <a:path w="1689694" h="306622" fill="none" extrusionOk="0">
                  <a:moveTo>
                    <a:pt x="495" y="306462"/>
                  </a:moveTo>
                  <a:lnTo>
                    <a:pt x="0" y="3"/>
                  </a:lnTo>
                  <a:cubicBezTo>
                    <a:pt x="165" y="104705"/>
                    <a:pt x="495" y="306462"/>
                    <a:pt x="495" y="306462"/>
                  </a:cubicBezTo>
                  <a:close/>
                </a:path>
              </a:pathLst>
            </a:custGeom>
            <a:solidFill>
              <a:srgbClr val="EBEBEB"/>
            </a:solidFill>
            <a:ln w="50800"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41463" sx="1000" sy="1000" algn="ctr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tIns="73152" rIns="137160" bIns="73152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CA" sz="1000">
                  <a:solidFill>
                    <a:schemeClr val="tx1"/>
                  </a:solidFill>
                </a:rPr>
                <a:t>Type 5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89634909-9BBC-8DE3-F867-287C9A989F0A}"/>
              </a:ext>
            </a:extLst>
          </p:cNvPr>
          <p:cNvSpPr/>
          <p:nvPr/>
        </p:nvSpPr>
        <p:spPr>
          <a:xfrm>
            <a:off x="11386889" y="1583356"/>
            <a:ext cx="135732" cy="135732"/>
          </a:xfrm>
          <a:prstGeom prst="ellipse">
            <a:avLst/>
          </a:prstGeom>
          <a:solidFill>
            <a:srgbClr val="EBEBEB"/>
          </a:solidFill>
          <a:ln w="12700">
            <a:solidFill>
              <a:schemeClr val="bg1"/>
            </a:solidFill>
          </a:ln>
        </p:spPr>
        <p:txBody>
          <a:bodyPr vert="horz" lIns="27432" tIns="0" rIns="27432" bIns="0" rtlCol="0">
            <a:noAutofit/>
          </a:bodyPr>
          <a:lstStyle/>
          <a:p>
            <a:pPr defTabSz="914258" fontAlgn="ctr">
              <a:lnSpc>
                <a:spcPct val="120000"/>
              </a:lnSpc>
              <a:spcAft>
                <a:spcPts val="800"/>
              </a:spcAft>
              <a:buClr>
                <a:schemeClr val="bg1"/>
              </a:buClr>
              <a:buSzPct val="60000"/>
            </a:pPr>
            <a:endParaRPr lang="en-US" sz="100">
              <a:ln w="38100">
                <a:noFill/>
              </a:ln>
              <a:noFill/>
              <a:latin typeface="DT Flow Light" pitchFamily="2" charset="77"/>
              <a:cs typeface="DT Flow Light Light" panose="020F03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D3516B-BB68-320D-7253-F1A60FA75C11}"/>
              </a:ext>
            </a:extLst>
          </p:cNvPr>
          <p:cNvSpPr txBox="1">
            <a:spLocks/>
          </p:cNvSpPr>
          <p:nvPr/>
        </p:nvSpPr>
        <p:spPr>
          <a:xfrm>
            <a:off x="280045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APR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E51740-E7AC-AB06-A52F-5D92B13B87D8}"/>
              </a:ext>
            </a:extLst>
          </p:cNvPr>
          <p:cNvSpPr txBox="1">
            <a:spLocks/>
          </p:cNvSpPr>
          <p:nvPr/>
        </p:nvSpPr>
        <p:spPr>
          <a:xfrm>
            <a:off x="10997555" y="1302343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defRPr>
            </a:lvl1pPr>
            <a:lvl2pPr marL="406400" lvl="1" indent="-1841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600">
                <a:latin typeface="Bernina Sans" pitchFamily="2" charset="77"/>
              </a:defRPr>
            </a:lvl2pPr>
            <a:lvl3pPr marL="577850" lvl="2" indent="-17145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400">
                <a:latin typeface="Bernina Sans" pitchFamily="2" charset="77"/>
              </a:defRPr>
            </a:lvl3pPr>
            <a:lvl4pPr marL="720725" lvl="3" indent="-142875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4pPr>
            <a:lvl5pPr marL="893763" lvl="4" indent="-173038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tabLst/>
              <a:defRPr sz="1200">
                <a:latin typeface="Bernina Sans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</a:lvl9pPr>
          </a:lstStyle>
          <a:p>
            <a:r>
              <a:rPr lang="nl-NL" sz="1000">
                <a:solidFill>
                  <a:schemeClr val="bg1"/>
                </a:solidFill>
                <a:latin typeface="+mj-lt"/>
              </a:rPr>
              <a:t>MAR</a:t>
            </a:r>
            <a:endParaRPr lang="uk-UA" sz="10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9272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B92585-A460-0239-CC0C-0E3E8588F0D4}"/>
              </a:ext>
            </a:extLst>
          </p:cNvPr>
          <p:cNvCxnSpPr>
            <a:cxnSpLocks/>
          </p:cNvCxnSpPr>
          <p:nvPr/>
        </p:nvCxnSpPr>
        <p:spPr>
          <a:xfrm>
            <a:off x="6096000" y="3729057"/>
            <a:ext cx="0" cy="1896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12BB08-FAE3-E7E1-6206-B89CACACDD14}"/>
              </a:ext>
            </a:extLst>
          </p:cNvPr>
          <p:cNvCxnSpPr>
            <a:cxnSpLocks/>
          </p:cNvCxnSpPr>
          <p:nvPr/>
        </p:nvCxnSpPr>
        <p:spPr>
          <a:xfrm>
            <a:off x="3286867" y="3774776"/>
            <a:ext cx="0" cy="1896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7F166B-6E11-C482-E77C-73C313DB26D9}"/>
              </a:ext>
            </a:extLst>
          </p:cNvPr>
          <p:cNvCxnSpPr>
            <a:cxnSpLocks/>
          </p:cNvCxnSpPr>
          <p:nvPr/>
        </p:nvCxnSpPr>
        <p:spPr>
          <a:xfrm>
            <a:off x="10028391" y="1832897"/>
            <a:ext cx="0" cy="1896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B257AB97-3878-B6D8-027C-8FC8B6ED6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08E2-9602-2538-F026-B9EB1BEBBB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1C9D1303-C297-F27C-2676-AA857B26B667}"/>
              </a:ext>
            </a:extLst>
          </p:cNvPr>
          <p:cNvSpPr/>
          <p:nvPr/>
        </p:nvSpPr>
        <p:spPr>
          <a:xfrm>
            <a:off x="374903" y="3729057"/>
            <a:ext cx="11374183" cy="45719"/>
          </a:xfrm>
          <a:prstGeom prst="homePlate">
            <a:avLst>
              <a:gd name="adj" fmla="val 68431"/>
            </a:avLst>
          </a:prstGeom>
          <a:gradFill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sz="2000" kern="0">
              <a:solidFill>
                <a:srgbClr val="EB148D"/>
              </a:solidFill>
              <a:latin typeface="DT Flow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350CD-CE06-C8C1-A496-E9BDF457FF48}"/>
              </a:ext>
            </a:extLst>
          </p:cNvPr>
          <p:cNvSpPr txBox="1">
            <a:spLocks/>
          </p:cNvSpPr>
          <p:nvPr/>
        </p:nvSpPr>
        <p:spPr>
          <a:xfrm>
            <a:off x="1815945" y="3000351"/>
            <a:ext cx="207791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>
                <a:latin typeface="DT Flow" pitchFamily="2" charset="77"/>
              </a:rPr>
              <a:t>Date</a:t>
            </a:r>
          </a:p>
          <a:p>
            <a:r>
              <a:rPr lang="en-US" sz="1200">
                <a:latin typeface="DT Flow" pitchFamily="2" charset="77"/>
              </a:rPr>
              <a:t>Event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E27FF-CB2A-E407-8926-87A1077CDA63}"/>
              </a:ext>
            </a:extLst>
          </p:cNvPr>
          <p:cNvSpPr txBox="1">
            <a:spLocks/>
          </p:cNvSpPr>
          <p:nvPr/>
        </p:nvSpPr>
        <p:spPr>
          <a:xfrm>
            <a:off x="4615119" y="3000351"/>
            <a:ext cx="206884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>
                <a:latin typeface="DT Flow" pitchFamily="2" charset="77"/>
              </a:rPr>
              <a:t>Date </a:t>
            </a:r>
          </a:p>
          <a:p>
            <a:r>
              <a:rPr lang="en-US" sz="1200">
                <a:latin typeface="DT Flow" pitchFamily="2" charset="77"/>
              </a:rPr>
              <a:t>Event description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548A7-E6D6-066A-1C9B-D91303627076}"/>
              </a:ext>
            </a:extLst>
          </p:cNvPr>
          <p:cNvSpPr txBox="1">
            <a:spLocks/>
          </p:cNvSpPr>
          <p:nvPr/>
        </p:nvSpPr>
        <p:spPr>
          <a:xfrm>
            <a:off x="7414291" y="3000351"/>
            <a:ext cx="153936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>
                <a:latin typeface="DT Flow" pitchFamily="2" charset="77"/>
              </a:rPr>
              <a:t>Date </a:t>
            </a:r>
          </a:p>
          <a:p>
            <a:r>
              <a:rPr lang="en-US" sz="1200">
                <a:latin typeface="DT Flow" pitchFamily="2" charset="77"/>
              </a:rPr>
              <a:t>Event description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EC880-5F47-D886-82AF-789BF66245B2}"/>
              </a:ext>
            </a:extLst>
          </p:cNvPr>
          <p:cNvSpPr txBox="1"/>
          <p:nvPr/>
        </p:nvSpPr>
        <p:spPr>
          <a:xfrm>
            <a:off x="9021344" y="4059654"/>
            <a:ext cx="18903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>
                <a:latin typeface="DT Flow" pitchFamily="2" charset="77"/>
              </a:rPr>
              <a:t>Date</a:t>
            </a:r>
            <a:r>
              <a:rPr lang="en-US" sz="1200">
                <a:solidFill>
                  <a:schemeClr val="accent3"/>
                </a:solidFill>
                <a:latin typeface="DT Flow" pitchFamily="2" charset="77"/>
              </a:rPr>
              <a:t> </a:t>
            </a:r>
          </a:p>
          <a:p>
            <a:r>
              <a:rPr lang="en-US" sz="1200">
                <a:latin typeface="DT Flow" pitchFamily="2" charset="77"/>
              </a:rPr>
              <a:t>Event description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8E0474-683E-1E91-72C5-9021072338B6}"/>
              </a:ext>
            </a:extLst>
          </p:cNvPr>
          <p:cNvSpPr txBox="1"/>
          <p:nvPr/>
        </p:nvSpPr>
        <p:spPr>
          <a:xfrm>
            <a:off x="626821" y="4059654"/>
            <a:ext cx="210593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>
                <a:latin typeface="DT Flow" pitchFamily="2" charset="77"/>
              </a:rPr>
              <a:t>Date</a:t>
            </a:r>
            <a:br>
              <a:rPr lang="en-US" sz="1200" kern="1200">
                <a:latin typeface="DT Flow" pitchFamily="2" charset="77"/>
              </a:rPr>
            </a:br>
            <a:r>
              <a:rPr lang="en-US" sz="1200">
                <a:latin typeface="DT Flow" pitchFamily="2" charset="77"/>
              </a:rPr>
              <a:t>Event description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766DA7-A343-A267-B3E0-996A617CC517}"/>
              </a:ext>
            </a:extLst>
          </p:cNvPr>
          <p:cNvSpPr txBox="1"/>
          <p:nvPr/>
        </p:nvSpPr>
        <p:spPr>
          <a:xfrm>
            <a:off x="3431177" y="4059654"/>
            <a:ext cx="247882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>
                <a:latin typeface="DT Flow" pitchFamily="2" charset="77"/>
              </a:rPr>
              <a:t>Date</a:t>
            </a:r>
            <a:r>
              <a:rPr lang="en-US" sz="1200" kern="1200">
                <a:latin typeface="DT Flow" pitchFamily="2" charset="77"/>
              </a:rPr>
              <a:t> </a:t>
            </a:r>
          </a:p>
          <a:p>
            <a:r>
              <a:rPr lang="en-US" sz="1200">
                <a:latin typeface="DT Flow" pitchFamily="2" charset="77"/>
              </a:rPr>
              <a:t>Event description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B3168C-AC9D-39E1-D13C-2CC6D814427C}"/>
              </a:ext>
            </a:extLst>
          </p:cNvPr>
          <p:cNvSpPr txBox="1"/>
          <p:nvPr/>
        </p:nvSpPr>
        <p:spPr>
          <a:xfrm>
            <a:off x="6226632" y="4059654"/>
            <a:ext cx="255371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>
                <a:latin typeface="DT Flow" pitchFamily="2" charset="77"/>
              </a:rPr>
              <a:t>Date</a:t>
            </a:r>
            <a:r>
              <a:rPr lang="en-US" sz="1200" kern="1200">
                <a:latin typeface="DT Flow" pitchFamily="2" charset="77"/>
              </a:rPr>
              <a:t> </a:t>
            </a:r>
          </a:p>
          <a:p>
            <a:r>
              <a:rPr lang="en-US" sz="1200">
                <a:latin typeface="DT Flow" pitchFamily="2" charset="77"/>
              </a:rPr>
              <a:t>Event description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91258-9251-DA14-7E77-71BF1BF40151}"/>
              </a:ext>
            </a:extLst>
          </p:cNvPr>
          <p:cNvSpPr txBox="1">
            <a:spLocks/>
          </p:cNvSpPr>
          <p:nvPr/>
        </p:nvSpPr>
        <p:spPr>
          <a:xfrm>
            <a:off x="10213466" y="3000351"/>
            <a:ext cx="171212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>
                <a:latin typeface="DT Flow" pitchFamily="2" charset="77"/>
              </a:rPr>
              <a:t>Date</a:t>
            </a:r>
            <a:r>
              <a:rPr lang="en-US" sz="1200">
                <a:solidFill>
                  <a:schemeClr val="accent3"/>
                </a:solidFill>
                <a:latin typeface="DT Flow" pitchFamily="2" charset="77"/>
              </a:rPr>
              <a:t> </a:t>
            </a:r>
          </a:p>
          <a:p>
            <a:r>
              <a:rPr lang="en-US" sz="1200">
                <a:latin typeface="DT Flow" pitchFamily="2" charset="77"/>
              </a:rPr>
              <a:t>Event description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E13B5B-0369-9C12-3964-44401E418D7E}"/>
              </a:ext>
            </a:extLst>
          </p:cNvPr>
          <p:cNvCxnSpPr>
            <a:cxnSpLocks/>
          </p:cNvCxnSpPr>
          <p:nvPr/>
        </p:nvCxnSpPr>
        <p:spPr>
          <a:xfrm>
            <a:off x="1683478" y="1832897"/>
            <a:ext cx="0" cy="1896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EF8FCE-2320-F099-A4C9-2D3B83917AB7}"/>
              </a:ext>
            </a:extLst>
          </p:cNvPr>
          <p:cNvCxnSpPr>
            <a:cxnSpLocks/>
          </p:cNvCxnSpPr>
          <p:nvPr/>
        </p:nvCxnSpPr>
        <p:spPr>
          <a:xfrm>
            <a:off x="490413" y="3774776"/>
            <a:ext cx="0" cy="1896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F780E2E-4F4B-1214-DE9D-4644B1B23231}"/>
              </a:ext>
            </a:extLst>
          </p:cNvPr>
          <p:cNvCxnSpPr>
            <a:cxnSpLocks/>
          </p:cNvCxnSpPr>
          <p:nvPr/>
        </p:nvCxnSpPr>
        <p:spPr>
          <a:xfrm>
            <a:off x="4473582" y="1832897"/>
            <a:ext cx="0" cy="1896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2A3CE6-8B07-0ACC-025D-70BC3B6F452F}"/>
              </a:ext>
            </a:extLst>
          </p:cNvPr>
          <p:cNvCxnSpPr>
            <a:cxnSpLocks/>
          </p:cNvCxnSpPr>
          <p:nvPr/>
        </p:nvCxnSpPr>
        <p:spPr>
          <a:xfrm>
            <a:off x="7257336" y="1832897"/>
            <a:ext cx="0" cy="1896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D8BCD6-CE44-C613-9B7A-6320084B0193}"/>
              </a:ext>
            </a:extLst>
          </p:cNvPr>
          <p:cNvCxnSpPr>
            <a:cxnSpLocks/>
          </p:cNvCxnSpPr>
          <p:nvPr/>
        </p:nvCxnSpPr>
        <p:spPr>
          <a:xfrm>
            <a:off x="8886125" y="3774776"/>
            <a:ext cx="0" cy="18961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BA40C50-52C2-8646-50E6-3292C69332E8}"/>
              </a:ext>
            </a:extLst>
          </p:cNvPr>
          <p:cNvSpPr/>
          <p:nvPr/>
        </p:nvSpPr>
        <p:spPr>
          <a:xfrm>
            <a:off x="1332554" y="1443850"/>
            <a:ext cx="2449502" cy="13112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 pitchFamily="2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C0DD1D-FBD2-9B0E-416D-5980F3C96F1E}"/>
              </a:ext>
            </a:extLst>
          </p:cNvPr>
          <p:cNvSpPr/>
          <p:nvPr/>
        </p:nvSpPr>
        <p:spPr>
          <a:xfrm>
            <a:off x="4116307" y="1436743"/>
            <a:ext cx="2449502" cy="13112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C3260-5EFD-66C5-5345-F03E07ECCEC1}"/>
              </a:ext>
            </a:extLst>
          </p:cNvPr>
          <p:cNvSpPr/>
          <p:nvPr/>
        </p:nvSpPr>
        <p:spPr>
          <a:xfrm>
            <a:off x="6900060" y="1422183"/>
            <a:ext cx="2449502" cy="13112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522F1-1184-D4DC-DE25-B3861F035EAE}"/>
              </a:ext>
            </a:extLst>
          </p:cNvPr>
          <p:cNvSpPr/>
          <p:nvPr/>
        </p:nvSpPr>
        <p:spPr>
          <a:xfrm>
            <a:off x="9686973" y="1441890"/>
            <a:ext cx="2449502" cy="13112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 pitchFamily="2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1E0C92-4092-DC1C-BD3A-0394489A257C}"/>
              </a:ext>
            </a:extLst>
          </p:cNvPr>
          <p:cNvSpPr/>
          <p:nvPr/>
        </p:nvSpPr>
        <p:spPr>
          <a:xfrm>
            <a:off x="203050" y="4819652"/>
            <a:ext cx="2449502" cy="13112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 pitchFamily="2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A79D1-71C3-3B36-39F0-697614CEF2C9}"/>
              </a:ext>
            </a:extLst>
          </p:cNvPr>
          <p:cNvSpPr/>
          <p:nvPr/>
        </p:nvSpPr>
        <p:spPr>
          <a:xfrm>
            <a:off x="2986803" y="4812545"/>
            <a:ext cx="2449502" cy="13112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 pitchFamily="2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046A13-5263-555C-198C-5DC6E99D4720}"/>
              </a:ext>
            </a:extLst>
          </p:cNvPr>
          <p:cNvSpPr/>
          <p:nvPr/>
        </p:nvSpPr>
        <p:spPr>
          <a:xfrm>
            <a:off x="5770556" y="4797985"/>
            <a:ext cx="2449502" cy="13112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 pitchFamily="2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0B2077-6B6E-010F-20CA-B2ACDEF686AB}"/>
              </a:ext>
            </a:extLst>
          </p:cNvPr>
          <p:cNvSpPr/>
          <p:nvPr/>
        </p:nvSpPr>
        <p:spPr>
          <a:xfrm>
            <a:off x="8557469" y="4817692"/>
            <a:ext cx="2449502" cy="13112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77951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0260B2-C79F-372F-E84C-9109D4BD9D7A}"/>
              </a:ext>
            </a:extLst>
          </p:cNvPr>
          <p:cNvSpPr/>
          <p:nvPr/>
        </p:nvSpPr>
        <p:spPr>
          <a:xfrm>
            <a:off x="1" y="2920683"/>
            <a:ext cx="12192000" cy="3937316"/>
          </a:xfrm>
          <a:prstGeom prst="rect">
            <a:avLst/>
          </a:prstGeom>
          <a:solidFill>
            <a:srgbClr val="EBEBEB"/>
          </a:solidFill>
          <a:ln w="25400">
            <a:noFill/>
            <a:miter lim="800000"/>
          </a:ln>
          <a:effectLst/>
        </p:spPr>
        <p:txBody>
          <a:bodyPr vert="horz" wrap="square" lIns="182880" tIns="0" rIns="182880" bIns="274320" rtlCol="0" anchor="ctr">
            <a:noAutofit/>
          </a:bodyPr>
          <a:lstStyle/>
          <a:p>
            <a:pPr marR="0" lvl="0" indent="0" algn="ctr" defTabSz="914258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tabLst/>
            </a:pPr>
            <a:endParaRPr lang="en-US" sz="6600" cap="none" spc="0" baseline="0">
              <a:solidFill>
                <a:schemeClr val="bg1"/>
              </a:solidFill>
              <a:latin typeface="DT Flow Medium" pitchFamily="2" charset="77"/>
              <a:cs typeface="DT Flow Light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D8FB5-CE4B-A6A7-55BB-74F5949A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copy 6">
            <a:extLst>
              <a:ext uri="{FF2B5EF4-FFF2-40B4-BE49-F238E27FC236}">
                <a16:creationId xmlns:a16="http://schemas.microsoft.com/office/drawing/2014/main" id="{00FA83B9-3AA8-5E64-8928-42E20165E3CB}"/>
              </a:ext>
            </a:extLst>
          </p:cNvPr>
          <p:cNvSpPr txBox="1">
            <a:spLocks/>
          </p:cNvSpPr>
          <p:nvPr/>
        </p:nvSpPr>
        <p:spPr>
          <a:xfrm>
            <a:off x="9969500" y="3958134"/>
            <a:ext cx="1647952" cy="1071062"/>
          </a:xfrm>
          <a:prstGeom prst="rect">
            <a:avLst/>
          </a:prstGeom>
          <a:ln w="25400">
            <a:noFill/>
            <a:miter lim="800000"/>
          </a:ln>
        </p:spPr>
        <p:txBody>
          <a:bodyPr wrap="square" lIns="0" tIns="0" rIns="0" bIns="0" anchor="t">
            <a:spAutoFit/>
          </a:bodyPr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45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457129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914258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1371387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828514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 morbi nec odio diam lorem ipsum dolor sit</a:t>
            </a:r>
          </a:p>
        </p:txBody>
      </p:sp>
      <p:sp>
        <p:nvSpPr>
          <p:cNvPr id="8" name="header 6">
            <a:extLst>
              <a:ext uri="{FF2B5EF4-FFF2-40B4-BE49-F238E27FC236}">
                <a16:creationId xmlns:a16="http://schemas.microsoft.com/office/drawing/2014/main" id="{B46770F0-D484-E4EC-A156-44336E4ABF24}"/>
              </a:ext>
            </a:extLst>
          </p:cNvPr>
          <p:cNvSpPr txBox="1">
            <a:spLocks/>
          </p:cNvSpPr>
          <p:nvPr/>
        </p:nvSpPr>
        <p:spPr>
          <a:xfrm>
            <a:off x="9969500" y="3230809"/>
            <a:ext cx="1647952" cy="701731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marL="0" indent="0" algn="l" defTabSz="914258" rtl="0" eaLnBrk="1" fontAlgn="ctr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8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9" name="subcopy 5">
            <a:extLst>
              <a:ext uri="{FF2B5EF4-FFF2-40B4-BE49-F238E27FC236}">
                <a16:creationId xmlns:a16="http://schemas.microsoft.com/office/drawing/2014/main" id="{E555A4FA-C291-4D4A-92E6-60CC1C44677B}"/>
              </a:ext>
            </a:extLst>
          </p:cNvPr>
          <p:cNvSpPr txBox="1">
            <a:spLocks/>
          </p:cNvSpPr>
          <p:nvPr/>
        </p:nvSpPr>
        <p:spPr>
          <a:xfrm>
            <a:off x="8092948" y="3958134"/>
            <a:ext cx="1647952" cy="1071062"/>
          </a:xfrm>
          <a:prstGeom prst="rect">
            <a:avLst/>
          </a:prstGeom>
          <a:ln w="25400">
            <a:noFill/>
            <a:miter lim="800000"/>
          </a:ln>
        </p:spPr>
        <p:txBody>
          <a:bodyPr wrap="square" lIns="0" tIns="0" rIns="0" bIns="0" anchor="t">
            <a:spAutoFit/>
          </a:bodyPr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45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457129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914258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1371387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828514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 morbi nec odio diam lorem ipsum dolor sit</a:t>
            </a:r>
          </a:p>
        </p:txBody>
      </p:sp>
      <p:sp>
        <p:nvSpPr>
          <p:cNvPr id="10" name="header 5">
            <a:extLst>
              <a:ext uri="{FF2B5EF4-FFF2-40B4-BE49-F238E27FC236}">
                <a16:creationId xmlns:a16="http://schemas.microsoft.com/office/drawing/2014/main" id="{45D51BE3-92E8-FB05-43B6-9D74630E790F}"/>
              </a:ext>
            </a:extLst>
          </p:cNvPr>
          <p:cNvSpPr txBox="1">
            <a:spLocks/>
          </p:cNvSpPr>
          <p:nvPr/>
        </p:nvSpPr>
        <p:spPr>
          <a:xfrm>
            <a:off x="8092948" y="3230809"/>
            <a:ext cx="1647952" cy="701731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marL="0" indent="0" algn="l" defTabSz="914258" rtl="0" eaLnBrk="1" fontAlgn="ctr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8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11" name="subcopy 4">
            <a:extLst>
              <a:ext uri="{FF2B5EF4-FFF2-40B4-BE49-F238E27FC236}">
                <a16:creationId xmlns:a16="http://schemas.microsoft.com/office/drawing/2014/main" id="{7DD8A057-1AB8-5A28-0A79-698DD1BD64A0}"/>
              </a:ext>
            </a:extLst>
          </p:cNvPr>
          <p:cNvSpPr txBox="1">
            <a:spLocks/>
          </p:cNvSpPr>
          <p:nvPr/>
        </p:nvSpPr>
        <p:spPr>
          <a:xfrm>
            <a:off x="6210300" y="3944738"/>
            <a:ext cx="1647952" cy="1071062"/>
          </a:xfrm>
          <a:prstGeom prst="rect">
            <a:avLst/>
          </a:prstGeom>
          <a:ln w="25400">
            <a:noFill/>
            <a:miter lim="800000"/>
          </a:ln>
        </p:spPr>
        <p:txBody>
          <a:bodyPr wrap="square" lIns="0" tIns="0" rIns="0" bIns="0" anchor="t">
            <a:spAutoFit/>
          </a:bodyPr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45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457129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914258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1371387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828514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 morbi nec odio diam lorem ipsum dolor sit</a:t>
            </a:r>
          </a:p>
        </p:txBody>
      </p:sp>
      <p:sp>
        <p:nvSpPr>
          <p:cNvPr id="12" name="header 4">
            <a:extLst>
              <a:ext uri="{FF2B5EF4-FFF2-40B4-BE49-F238E27FC236}">
                <a16:creationId xmlns:a16="http://schemas.microsoft.com/office/drawing/2014/main" id="{A22DBF76-4E06-1AF8-5638-2F10E27CE1A6}"/>
              </a:ext>
            </a:extLst>
          </p:cNvPr>
          <p:cNvSpPr txBox="1">
            <a:spLocks/>
          </p:cNvSpPr>
          <p:nvPr/>
        </p:nvSpPr>
        <p:spPr>
          <a:xfrm>
            <a:off x="6210300" y="3217413"/>
            <a:ext cx="1647952" cy="701731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marL="0" indent="0" algn="l" defTabSz="914258" rtl="0" eaLnBrk="1" fontAlgn="ctr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8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13" name="subcopy 3">
            <a:extLst>
              <a:ext uri="{FF2B5EF4-FFF2-40B4-BE49-F238E27FC236}">
                <a16:creationId xmlns:a16="http://schemas.microsoft.com/office/drawing/2014/main" id="{46687A08-04A5-2E06-A710-FE15C1562357}"/>
              </a:ext>
            </a:extLst>
          </p:cNvPr>
          <p:cNvSpPr txBox="1">
            <a:spLocks/>
          </p:cNvSpPr>
          <p:nvPr/>
        </p:nvSpPr>
        <p:spPr>
          <a:xfrm>
            <a:off x="4333748" y="3944738"/>
            <a:ext cx="1647952" cy="1071062"/>
          </a:xfrm>
          <a:prstGeom prst="rect">
            <a:avLst/>
          </a:prstGeom>
          <a:ln w="25400">
            <a:noFill/>
            <a:miter lim="800000"/>
          </a:ln>
        </p:spPr>
        <p:txBody>
          <a:bodyPr wrap="square" lIns="0" tIns="0" rIns="0" bIns="0" anchor="t">
            <a:spAutoFit/>
          </a:bodyPr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45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457129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914258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1371387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828514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 morbi nec odio diam lorem ipsum dolor sit</a:t>
            </a:r>
          </a:p>
        </p:txBody>
      </p:sp>
      <p:sp>
        <p:nvSpPr>
          <p:cNvPr id="14" name="header 3">
            <a:extLst>
              <a:ext uri="{FF2B5EF4-FFF2-40B4-BE49-F238E27FC236}">
                <a16:creationId xmlns:a16="http://schemas.microsoft.com/office/drawing/2014/main" id="{39FE90BB-35EF-311E-D574-00CAD3DC2950}"/>
              </a:ext>
            </a:extLst>
          </p:cNvPr>
          <p:cNvSpPr txBox="1">
            <a:spLocks/>
          </p:cNvSpPr>
          <p:nvPr/>
        </p:nvSpPr>
        <p:spPr>
          <a:xfrm>
            <a:off x="4333748" y="3217413"/>
            <a:ext cx="1647952" cy="701731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marL="0" indent="0" algn="l" defTabSz="914258" rtl="0" eaLnBrk="1" fontAlgn="ctr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8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15" name="subcopy 2">
            <a:extLst>
              <a:ext uri="{FF2B5EF4-FFF2-40B4-BE49-F238E27FC236}">
                <a16:creationId xmlns:a16="http://schemas.microsoft.com/office/drawing/2014/main" id="{A406114A-F0B8-91CB-5E7B-FDFFD9D144E0}"/>
              </a:ext>
            </a:extLst>
          </p:cNvPr>
          <p:cNvSpPr txBox="1">
            <a:spLocks/>
          </p:cNvSpPr>
          <p:nvPr/>
        </p:nvSpPr>
        <p:spPr>
          <a:xfrm>
            <a:off x="2451100" y="3944738"/>
            <a:ext cx="1647952" cy="1071062"/>
          </a:xfrm>
          <a:prstGeom prst="rect">
            <a:avLst/>
          </a:prstGeom>
          <a:ln w="25400">
            <a:noFill/>
            <a:miter lim="800000"/>
          </a:ln>
        </p:spPr>
        <p:txBody>
          <a:bodyPr wrap="square" lIns="0" tIns="0" rIns="0" bIns="0" anchor="t">
            <a:spAutoFit/>
          </a:bodyPr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45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457129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914258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1371387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828514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 morbi nec odio diam lorem ipsum dolor sit</a:t>
            </a:r>
          </a:p>
        </p:txBody>
      </p:sp>
      <p:sp>
        <p:nvSpPr>
          <p:cNvPr id="16" name="header 2">
            <a:extLst>
              <a:ext uri="{FF2B5EF4-FFF2-40B4-BE49-F238E27FC236}">
                <a16:creationId xmlns:a16="http://schemas.microsoft.com/office/drawing/2014/main" id="{0369E82B-3410-95D8-FA1C-4C055F5FDF83}"/>
              </a:ext>
            </a:extLst>
          </p:cNvPr>
          <p:cNvSpPr txBox="1">
            <a:spLocks/>
          </p:cNvSpPr>
          <p:nvPr/>
        </p:nvSpPr>
        <p:spPr>
          <a:xfrm>
            <a:off x="2451100" y="3217413"/>
            <a:ext cx="1647952" cy="701731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marL="0" indent="0" algn="l" defTabSz="914258" rtl="0" eaLnBrk="1" fontAlgn="ctr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8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</a:t>
            </a:r>
          </a:p>
        </p:txBody>
      </p:sp>
      <p:sp>
        <p:nvSpPr>
          <p:cNvPr id="17" name="subcopy 1">
            <a:extLst>
              <a:ext uri="{FF2B5EF4-FFF2-40B4-BE49-F238E27FC236}">
                <a16:creationId xmlns:a16="http://schemas.microsoft.com/office/drawing/2014/main" id="{87A1A51E-FCC3-2C26-3C91-3BC0B0D393B3}"/>
              </a:ext>
            </a:extLst>
          </p:cNvPr>
          <p:cNvSpPr txBox="1">
            <a:spLocks/>
          </p:cNvSpPr>
          <p:nvPr/>
        </p:nvSpPr>
        <p:spPr>
          <a:xfrm>
            <a:off x="574548" y="3944738"/>
            <a:ext cx="1647952" cy="1071062"/>
          </a:xfrm>
          <a:prstGeom prst="rect">
            <a:avLst/>
          </a:prstGeom>
          <a:ln w="25400">
            <a:noFill/>
            <a:miter lim="800000"/>
          </a:ln>
        </p:spPr>
        <p:txBody>
          <a:bodyPr wrap="square" lIns="0" tIns="0" rIns="0" bIns="0" anchor="t">
            <a:spAutoFit/>
          </a:bodyPr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45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457129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914258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1371387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828514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morbi</a:t>
            </a:r>
            <a:r>
              <a:rPr lang="en-US" dirty="0">
                <a:solidFill>
                  <a:schemeClr val="tx1"/>
                </a:solidFill>
              </a:rPr>
              <a:t> nec </a:t>
            </a:r>
            <a:r>
              <a:rPr lang="en-US" dirty="0" err="1">
                <a:solidFill>
                  <a:schemeClr val="tx1"/>
                </a:solidFill>
              </a:rPr>
              <a:t>odio</a:t>
            </a:r>
            <a:r>
              <a:rPr lang="en-US" dirty="0">
                <a:solidFill>
                  <a:schemeClr val="tx1"/>
                </a:solidFill>
              </a:rPr>
              <a:t> diam lorem ipsum dolor sit</a:t>
            </a:r>
          </a:p>
        </p:txBody>
      </p:sp>
      <p:sp>
        <p:nvSpPr>
          <p:cNvPr id="18" name="header 1">
            <a:extLst>
              <a:ext uri="{FF2B5EF4-FFF2-40B4-BE49-F238E27FC236}">
                <a16:creationId xmlns:a16="http://schemas.microsoft.com/office/drawing/2014/main" id="{8814D391-7593-96C2-6A91-C18D509D9DE4}"/>
              </a:ext>
            </a:extLst>
          </p:cNvPr>
          <p:cNvSpPr txBox="1">
            <a:spLocks/>
          </p:cNvSpPr>
          <p:nvPr/>
        </p:nvSpPr>
        <p:spPr>
          <a:xfrm>
            <a:off x="574548" y="3217413"/>
            <a:ext cx="1647952" cy="701731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marL="0" indent="0" algn="l" defTabSz="914258" rtl="0" eaLnBrk="1" fontAlgn="ctr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8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Lorem ipsum dolor sit amet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7E78DE-F667-A3BE-D85F-BD8E5D652D0B}"/>
              </a:ext>
            </a:extLst>
          </p:cNvPr>
          <p:cNvCxnSpPr>
            <a:cxnSpLocks/>
          </p:cNvCxnSpPr>
          <p:nvPr/>
        </p:nvCxnSpPr>
        <p:spPr>
          <a:xfrm>
            <a:off x="0" y="2920683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ot 1">
            <a:extLst>
              <a:ext uri="{FF2B5EF4-FFF2-40B4-BE49-F238E27FC236}">
                <a16:creationId xmlns:a16="http://schemas.microsoft.com/office/drawing/2014/main" id="{353B8D2A-B434-178E-6EA5-EC74C82B3ADC}"/>
              </a:ext>
            </a:extLst>
          </p:cNvPr>
          <p:cNvSpPr txBox="1">
            <a:spLocks/>
          </p:cNvSpPr>
          <p:nvPr/>
        </p:nvSpPr>
        <p:spPr>
          <a:xfrm>
            <a:off x="1294820" y="2816980"/>
            <a:ext cx="207408" cy="207406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6"/>
              </a:gs>
            </a:gsLst>
            <a:lin ang="0" scaled="0"/>
          </a:gradFill>
          <a:ln w="12700">
            <a:gradFill>
              <a:gsLst>
                <a:gs pos="100000">
                  <a:schemeClr val="accent3">
                    <a:lumMod val="75000"/>
                  </a:schemeClr>
                </a:gs>
                <a:gs pos="44000">
                  <a:schemeClr val="accent6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txBody>
          <a:bodyPr/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00" b="0" i="0" kern="1200" spc="0" baseline="0">
                <a:ln w="38100">
                  <a:noFill/>
                </a:ln>
                <a:noFill/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DT Flow Light" pitchFamily="2" charset="77"/>
              </a:rPr>
              <a:t>Click to edit Master text styles</a:t>
            </a:r>
          </a:p>
        </p:txBody>
      </p:sp>
      <p:sp>
        <p:nvSpPr>
          <p:cNvPr id="21" name="dot 2">
            <a:extLst>
              <a:ext uri="{FF2B5EF4-FFF2-40B4-BE49-F238E27FC236}">
                <a16:creationId xmlns:a16="http://schemas.microsoft.com/office/drawing/2014/main" id="{6D6C0FC2-F7D2-4B52-5472-8B5123934DAF}"/>
              </a:ext>
            </a:extLst>
          </p:cNvPr>
          <p:cNvSpPr txBox="1">
            <a:spLocks/>
          </p:cNvSpPr>
          <p:nvPr/>
        </p:nvSpPr>
        <p:spPr>
          <a:xfrm>
            <a:off x="3173810" y="2816980"/>
            <a:ext cx="207408" cy="207406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6"/>
              </a:gs>
            </a:gsLst>
            <a:lin ang="0" scaled="0"/>
          </a:gradFill>
          <a:ln w="12700">
            <a:gradFill>
              <a:gsLst>
                <a:gs pos="100000">
                  <a:schemeClr val="accent3">
                    <a:lumMod val="75000"/>
                  </a:schemeClr>
                </a:gs>
                <a:gs pos="44000">
                  <a:schemeClr val="accent6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txBody>
          <a:bodyPr/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00" b="0" i="0" kern="1200" spc="0" baseline="0">
                <a:ln w="38100">
                  <a:noFill/>
                </a:ln>
                <a:noFill/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DT Flow Light" pitchFamily="2" charset="77"/>
              </a:rPr>
              <a:t>Click to edit Master text styles</a:t>
            </a:r>
          </a:p>
        </p:txBody>
      </p:sp>
      <p:sp>
        <p:nvSpPr>
          <p:cNvPr id="22" name="dot 3">
            <a:extLst>
              <a:ext uri="{FF2B5EF4-FFF2-40B4-BE49-F238E27FC236}">
                <a16:creationId xmlns:a16="http://schemas.microsoft.com/office/drawing/2014/main" id="{5E8630A4-CEE3-211C-A089-4846CA149C76}"/>
              </a:ext>
            </a:extLst>
          </p:cNvPr>
          <p:cNvSpPr txBox="1">
            <a:spLocks/>
          </p:cNvSpPr>
          <p:nvPr/>
        </p:nvSpPr>
        <p:spPr>
          <a:xfrm>
            <a:off x="5052800" y="2816980"/>
            <a:ext cx="207408" cy="207406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6"/>
              </a:gs>
            </a:gsLst>
            <a:lin ang="0" scaled="0"/>
          </a:gradFill>
          <a:ln w="12700">
            <a:gradFill>
              <a:gsLst>
                <a:gs pos="100000">
                  <a:schemeClr val="accent3">
                    <a:lumMod val="75000"/>
                  </a:schemeClr>
                </a:gs>
                <a:gs pos="44000">
                  <a:schemeClr val="accent6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txBody>
          <a:bodyPr/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00" b="0" i="0" kern="1200" spc="0" baseline="0">
                <a:ln w="38100">
                  <a:noFill/>
                </a:ln>
                <a:noFill/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DT Flow Light" pitchFamily="2" charset="77"/>
              </a:rPr>
              <a:t>Click to edit Master text styles</a:t>
            </a:r>
          </a:p>
        </p:txBody>
      </p:sp>
      <p:sp>
        <p:nvSpPr>
          <p:cNvPr id="23" name="dot 4">
            <a:extLst>
              <a:ext uri="{FF2B5EF4-FFF2-40B4-BE49-F238E27FC236}">
                <a16:creationId xmlns:a16="http://schemas.microsoft.com/office/drawing/2014/main" id="{07EBE833-81A2-7709-C078-8528F0076982}"/>
              </a:ext>
            </a:extLst>
          </p:cNvPr>
          <p:cNvSpPr txBox="1">
            <a:spLocks/>
          </p:cNvSpPr>
          <p:nvPr/>
        </p:nvSpPr>
        <p:spPr>
          <a:xfrm>
            <a:off x="6931790" y="2816980"/>
            <a:ext cx="207408" cy="207406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6"/>
              </a:gs>
            </a:gsLst>
            <a:lin ang="0" scaled="0"/>
          </a:gradFill>
          <a:ln w="12700">
            <a:gradFill>
              <a:gsLst>
                <a:gs pos="100000">
                  <a:schemeClr val="accent3">
                    <a:lumMod val="75000"/>
                  </a:schemeClr>
                </a:gs>
                <a:gs pos="44000">
                  <a:schemeClr val="accent6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txBody>
          <a:bodyPr/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00" b="0" i="0" kern="1200" spc="0" baseline="0">
                <a:ln w="38100">
                  <a:noFill/>
                </a:ln>
                <a:noFill/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DT Flow Light" pitchFamily="2" charset="77"/>
              </a:rPr>
              <a:t>Click to edit Master text styles</a:t>
            </a:r>
          </a:p>
        </p:txBody>
      </p:sp>
      <p:sp>
        <p:nvSpPr>
          <p:cNvPr id="24" name="dot 5">
            <a:extLst>
              <a:ext uri="{FF2B5EF4-FFF2-40B4-BE49-F238E27FC236}">
                <a16:creationId xmlns:a16="http://schemas.microsoft.com/office/drawing/2014/main" id="{A6805DAF-A0AD-DB6B-1F8C-0AF771AD5A46}"/>
              </a:ext>
            </a:extLst>
          </p:cNvPr>
          <p:cNvSpPr txBox="1">
            <a:spLocks/>
          </p:cNvSpPr>
          <p:nvPr/>
        </p:nvSpPr>
        <p:spPr>
          <a:xfrm>
            <a:off x="8810780" y="2816980"/>
            <a:ext cx="207408" cy="207406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6"/>
              </a:gs>
            </a:gsLst>
            <a:lin ang="0" scaled="0"/>
          </a:gradFill>
          <a:ln w="12700">
            <a:gradFill>
              <a:gsLst>
                <a:gs pos="100000">
                  <a:schemeClr val="accent3">
                    <a:lumMod val="75000"/>
                  </a:schemeClr>
                </a:gs>
                <a:gs pos="44000">
                  <a:schemeClr val="accent6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txBody>
          <a:bodyPr/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00" b="0" i="0" kern="1200" spc="0" baseline="0">
                <a:ln w="38100">
                  <a:noFill/>
                </a:ln>
                <a:noFill/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DT Flow Light" pitchFamily="2" charset="77"/>
              </a:rPr>
              <a:t>Click to edit Master text styles</a:t>
            </a:r>
          </a:p>
        </p:txBody>
      </p:sp>
      <p:sp>
        <p:nvSpPr>
          <p:cNvPr id="25" name="dot 5">
            <a:extLst>
              <a:ext uri="{FF2B5EF4-FFF2-40B4-BE49-F238E27FC236}">
                <a16:creationId xmlns:a16="http://schemas.microsoft.com/office/drawing/2014/main" id="{3BF6D7AB-6A4F-B004-A03E-17046580431C}"/>
              </a:ext>
            </a:extLst>
          </p:cNvPr>
          <p:cNvSpPr txBox="1">
            <a:spLocks/>
          </p:cNvSpPr>
          <p:nvPr/>
        </p:nvSpPr>
        <p:spPr>
          <a:xfrm>
            <a:off x="10689772" y="2816980"/>
            <a:ext cx="207408" cy="207406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6"/>
              </a:gs>
            </a:gsLst>
            <a:lin ang="0" scaled="0"/>
          </a:gradFill>
          <a:ln w="12700">
            <a:gradFill>
              <a:gsLst>
                <a:gs pos="100000">
                  <a:schemeClr val="accent3">
                    <a:lumMod val="75000"/>
                  </a:schemeClr>
                </a:gs>
                <a:gs pos="44000">
                  <a:schemeClr val="accent6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txBody>
          <a:bodyPr/>
          <a:lstStyle>
            <a:lvl1pPr marL="0" indent="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100" b="0" i="0" kern="1200" spc="0" baseline="0">
                <a:ln w="38100">
                  <a:noFill/>
                </a:ln>
                <a:noFill/>
                <a:latin typeface="+mn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DT Flow Light" pitchFamily="2" charset="77"/>
              </a:rPr>
              <a:t>Click to edit Master text styles</a:t>
            </a:r>
          </a:p>
        </p:txBody>
      </p:sp>
      <p:sp>
        <p:nvSpPr>
          <p:cNvPr id="26" name="6">
            <a:extLst>
              <a:ext uri="{FF2B5EF4-FFF2-40B4-BE49-F238E27FC236}">
                <a16:creationId xmlns:a16="http://schemas.microsoft.com/office/drawing/2014/main" id="{477BAB8C-FF6F-C012-6C23-F2D7FC9EE7D1}"/>
              </a:ext>
            </a:extLst>
          </p:cNvPr>
          <p:cNvSpPr txBox="1">
            <a:spLocks/>
          </p:cNvSpPr>
          <p:nvPr/>
        </p:nvSpPr>
        <p:spPr>
          <a:xfrm>
            <a:off x="10125139" y="1353063"/>
            <a:ext cx="1336675" cy="142192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72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gradFill>
                  <a:gsLst>
                    <a:gs pos="100000">
                      <a:schemeClr val="accent6"/>
                    </a:gs>
                    <a:gs pos="0">
                      <a:schemeClr val="accent3"/>
                    </a:gs>
                  </a:gsLst>
                  <a:lin ang="10800000" scaled="0"/>
                </a:gradFill>
              </a:rPr>
              <a:t>#</a:t>
            </a:r>
          </a:p>
        </p:txBody>
      </p:sp>
      <p:sp>
        <p:nvSpPr>
          <p:cNvPr id="27" name="5">
            <a:extLst>
              <a:ext uri="{FF2B5EF4-FFF2-40B4-BE49-F238E27FC236}">
                <a16:creationId xmlns:a16="http://schemas.microsoft.com/office/drawing/2014/main" id="{30E5026D-87CB-CD81-9083-017EC181FAAC}"/>
              </a:ext>
            </a:extLst>
          </p:cNvPr>
          <p:cNvSpPr txBox="1">
            <a:spLocks/>
          </p:cNvSpPr>
          <p:nvPr/>
        </p:nvSpPr>
        <p:spPr>
          <a:xfrm>
            <a:off x="8246147" y="1353063"/>
            <a:ext cx="1336675" cy="142192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72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gradFill>
                  <a:gsLst>
                    <a:gs pos="100000">
                      <a:schemeClr val="accent6"/>
                    </a:gs>
                    <a:gs pos="0">
                      <a:schemeClr val="accent3"/>
                    </a:gs>
                  </a:gsLst>
                  <a:lin ang="10800000" scaled="0"/>
                </a:gradFill>
              </a:rPr>
              <a:t>#</a:t>
            </a:r>
          </a:p>
        </p:txBody>
      </p:sp>
      <p:sp>
        <p:nvSpPr>
          <p:cNvPr id="28" name="4">
            <a:extLst>
              <a:ext uri="{FF2B5EF4-FFF2-40B4-BE49-F238E27FC236}">
                <a16:creationId xmlns:a16="http://schemas.microsoft.com/office/drawing/2014/main" id="{FE929527-5E2D-6182-5CE4-46623035188B}"/>
              </a:ext>
            </a:extLst>
          </p:cNvPr>
          <p:cNvSpPr txBox="1">
            <a:spLocks/>
          </p:cNvSpPr>
          <p:nvPr/>
        </p:nvSpPr>
        <p:spPr>
          <a:xfrm>
            <a:off x="6367157" y="1353063"/>
            <a:ext cx="1336675" cy="142192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72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gradFill>
                  <a:gsLst>
                    <a:gs pos="100000">
                      <a:schemeClr val="accent6"/>
                    </a:gs>
                    <a:gs pos="0">
                      <a:schemeClr val="accent3"/>
                    </a:gs>
                  </a:gsLst>
                  <a:lin ang="10800000" scaled="0"/>
                </a:gradFill>
              </a:rPr>
              <a:t>#</a:t>
            </a:r>
          </a:p>
        </p:txBody>
      </p:sp>
      <p:sp>
        <p:nvSpPr>
          <p:cNvPr id="29" name="3">
            <a:extLst>
              <a:ext uri="{FF2B5EF4-FFF2-40B4-BE49-F238E27FC236}">
                <a16:creationId xmlns:a16="http://schemas.microsoft.com/office/drawing/2014/main" id="{D6102F86-E564-2521-DEED-C437468D4013}"/>
              </a:ext>
            </a:extLst>
          </p:cNvPr>
          <p:cNvSpPr txBox="1">
            <a:spLocks/>
          </p:cNvSpPr>
          <p:nvPr/>
        </p:nvSpPr>
        <p:spPr>
          <a:xfrm>
            <a:off x="4488167" y="1353063"/>
            <a:ext cx="1336675" cy="142192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72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gradFill>
                  <a:gsLst>
                    <a:gs pos="100000">
                      <a:schemeClr val="accent6"/>
                    </a:gs>
                    <a:gs pos="0">
                      <a:schemeClr val="accent3"/>
                    </a:gs>
                  </a:gsLst>
                  <a:lin ang="10800000" scaled="0"/>
                </a:gradFill>
              </a:rPr>
              <a:t>#</a:t>
            </a:r>
          </a:p>
        </p:txBody>
      </p:sp>
      <p:sp>
        <p:nvSpPr>
          <p:cNvPr id="30" name="2">
            <a:extLst>
              <a:ext uri="{FF2B5EF4-FFF2-40B4-BE49-F238E27FC236}">
                <a16:creationId xmlns:a16="http://schemas.microsoft.com/office/drawing/2014/main" id="{D6CD3FF6-3F2B-C921-51C2-E868553EA083}"/>
              </a:ext>
            </a:extLst>
          </p:cNvPr>
          <p:cNvSpPr txBox="1">
            <a:spLocks/>
          </p:cNvSpPr>
          <p:nvPr/>
        </p:nvSpPr>
        <p:spPr>
          <a:xfrm>
            <a:off x="2609177" y="1353063"/>
            <a:ext cx="1336675" cy="142192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72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gradFill>
                  <a:gsLst>
                    <a:gs pos="100000">
                      <a:schemeClr val="accent6"/>
                    </a:gs>
                    <a:gs pos="0">
                      <a:schemeClr val="accent3"/>
                    </a:gs>
                  </a:gsLst>
                  <a:lin ang="10800000" scaled="0"/>
                </a:gradFill>
              </a:rPr>
              <a:t>#</a:t>
            </a:r>
          </a:p>
        </p:txBody>
      </p:sp>
      <p:sp>
        <p:nvSpPr>
          <p:cNvPr id="31" name="1">
            <a:extLst>
              <a:ext uri="{FF2B5EF4-FFF2-40B4-BE49-F238E27FC236}">
                <a16:creationId xmlns:a16="http://schemas.microsoft.com/office/drawing/2014/main" id="{C16F584E-1A90-1422-AC13-373E4CA667A2}"/>
              </a:ext>
            </a:extLst>
          </p:cNvPr>
          <p:cNvSpPr txBox="1">
            <a:spLocks/>
          </p:cNvSpPr>
          <p:nvPr/>
        </p:nvSpPr>
        <p:spPr>
          <a:xfrm>
            <a:off x="730187" y="1353063"/>
            <a:ext cx="1336675" cy="142192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None/>
              <a:defRPr sz="7200" b="0" i="0" kern="1200" spc="0" baseline="0">
                <a:solidFill>
                  <a:schemeClr val="bg1"/>
                </a:solidFill>
                <a:latin typeface="+mj-lt"/>
                <a:ea typeface="+mn-ea"/>
                <a:cs typeface="DT Flow Light Light" panose="020F0302020204030204" pitchFamily="34" charset="0"/>
              </a:defRPr>
            </a:lvl1pPr>
            <a:lvl2pPr marL="27432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5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2pPr>
            <a:lvl3pPr marL="54864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3pPr>
            <a:lvl4pPr marL="82296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4pPr>
            <a:lvl5pPr marL="1097280" indent="-182880" algn="l" defTabSz="914258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SzPct val="60000"/>
              <a:buFont typeface="DT Flow Light" panose="020B0604020202020204" pitchFamily="34" charset="0"/>
              <a:buChar char="•"/>
              <a:defRPr sz="1200" b="0" i="0" kern="1200" spc="0" baseline="0">
                <a:solidFill>
                  <a:schemeClr val="bg1"/>
                </a:solidFill>
                <a:latin typeface="+mn-lt"/>
                <a:ea typeface="+mn-ea"/>
                <a:cs typeface="DT Flow Light Light" panose="020F0302020204030204" pitchFamily="34" charset="0"/>
              </a:defRPr>
            </a:lvl5pPr>
            <a:lvl6pPr marL="2514208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36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65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94" indent="-228565" algn="l" defTabSz="914258" rtl="0" eaLnBrk="1" latinLnBrk="0" hangingPunct="1">
              <a:lnSpc>
                <a:spcPct val="90000"/>
              </a:lnSpc>
              <a:spcBef>
                <a:spcPts val="500"/>
              </a:spcBef>
              <a:buFont typeface="DT Flow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gradFill>
                  <a:gsLst>
                    <a:gs pos="100000">
                      <a:schemeClr val="accent6"/>
                    </a:gs>
                    <a:gs pos="0">
                      <a:schemeClr val="accent3"/>
                    </a:gs>
                  </a:gsLst>
                  <a:lin ang="10800000" scaled="0"/>
                </a:gradFill>
              </a:rPr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27813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6A9E27DC-2DBA-7A83-8341-A4EDCEBC17A9}"/>
              </a:ext>
            </a:extLst>
          </p:cNvPr>
          <p:cNvSpPr/>
          <p:nvPr/>
        </p:nvSpPr>
        <p:spPr>
          <a:xfrm>
            <a:off x="2624218" y="3005257"/>
            <a:ext cx="3186560" cy="138972"/>
          </a:xfrm>
          <a:custGeom>
            <a:avLst/>
            <a:gdLst>
              <a:gd name="connsiteX0" fmla="*/ 0 w 3186560"/>
              <a:gd name="connsiteY0" fmla="*/ 0 h 138972"/>
              <a:gd name="connsiteX1" fmla="*/ 304621 w 3186560"/>
              <a:gd name="connsiteY1" fmla="*/ 138972 h 138972"/>
              <a:gd name="connsiteX2" fmla="*/ 3186561 w 3186560"/>
              <a:gd name="connsiteY2" fmla="*/ 138972 h 138972"/>
              <a:gd name="connsiteX3" fmla="*/ 2806980 w 3186560"/>
              <a:gd name="connsiteY3" fmla="*/ 0 h 13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6560" h="138972">
                <a:moveTo>
                  <a:pt x="0" y="0"/>
                </a:moveTo>
                <a:lnTo>
                  <a:pt x="304621" y="138972"/>
                </a:lnTo>
                <a:lnTo>
                  <a:pt x="3186561" y="138972"/>
                </a:lnTo>
                <a:lnTo>
                  <a:pt x="2806980" y="0"/>
                </a:lnTo>
                <a:close/>
              </a:path>
            </a:pathLst>
          </a:custGeom>
          <a:solidFill>
            <a:schemeClr val="tx2"/>
          </a:solidFill>
          <a:ln w="159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4D10E9C9-351B-BFB3-33F2-F93F50863B02}"/>
              </a:ext>
            </a:extLst>
          </p:cNvPr>
          <p:cNvSpPr/>
          <p:nvPr/>
        </p:nvSpPr>
        <p:spPr>
          <a:xfrm>
            <a:off x="2111654" y="2060040"/>
            <a:ext cx="4231203" cy="140569"/>
          </a:xfrm>
          <a:custGeom>
            <a:avLst/>
            <a:gdLst>
              <a:gd name="connsiteX0" fmla="*/ 0 w 4231203"/>
              <a:gd name="connsiteY0" fmla="*/ 0 h 140569"/>
              <a:gd name="connsiteX1" fmla="*/ 304621 w 4231203"/>
              <a:gd name="connsiteY1" fmla="*/ 140570 h 140569"/>
              <a:gd name="connsiteX2" fmla="*/ 4231204 w 4231203"/>
              <a:gd name="connsiteY2" fmla="*/ 140570 h 140569"/>
              <a:gd name="connsiteX3" fmla="*/ 3851623 w 4231203"/>
              <a:gd name="connsiteY3" fmla="*/ 0 h 140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1203" h="140569">
                <a:moveTo>
                  <a:pt x="0" y="0"/>
                </a:moveTo>
                <a:lnTo>
                  <a:pt x="304621" y="140570"/>
                </a:lnTo>
                <a:lnTo>
                  <a:pt x="4231204" y="140570"/>
                </a:lnTo>
                <a:lnTo>
                  <a:pt x="3851623" y="0"/>
                </a:lnTo>
                <a:close/>
              </a:path>
            </a:pathLst>
          </a:custGeom>
          <a:solidFill>
            <a:schemeClr val="tx2"/>
          </a:solidFill>
          <a:ln w="159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0C543238-4D6B-391B-154F-5202B6B8E4DC}"/>
              </a:ext>
            </a:extLst>
          </p:cNvPr>
          <p:cNvSpPr/>
          <p:nvPr/>
        </p:nvSpPr>
        <p:spPr>
          <a:xfrm>
            <a:off x="3168973" y="3953432"/>
            <a:ext cx="2097260" cy="135777"/>
          </a:xfrm>
          <a:custGeom>
            <a:avLst/>
            <a:gdLst>
              <a:gd name="connsiteX0" fmla="*/ 0 w 2097260"/>
              <a:gd name="connsiteY0" fmla="*/ 0 h 135777"/>
              <a:gd name="connsiteX1" fmla="*/ 253585 w 2097260"/>
              <a:gd name="connsiteY1" fmla="*/ 135778 h 135777"/>
              <a:gd name="connsiteX2" fmla="*/ 2097261 w 2097260"/>
              <a:gd name="connsiteY2" fmla="*/ 135778 h 135777"/>
              <a:gd name="connsiteX3" fmla="*/ 1816563 w 2097260"/>
              <a:gd name="connsiteY3" fmla="*/ 0 h 135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7260" h="135777">
                <a:moveTo>
                  <a:pt x="0" y="0"/>
                </a:moveTo>
                <a:lnTo>
                  <a:pt x="253585" y="135778"/>
                </a:lnTo>
                <a:lnTo>
                  <a:pt x="2097261" y="135778"/>
                </a:lnTo>
                <a:lnTo>
                  <a:pt x="1816563" y="0"/>
                </a:lnTo>
                <a:close/>
              </a:path>
            </a:pathLst>
          </a:custGeom>
          <a:solidFill>
            <a:schemeClr val="tx2"/>
          </a:solidFill>
          <a:ln w="159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F53787D-10D0-2FDF-79B8-F7F7D2923C60}"/>
              </a:ext>
            </a:extLst>
          </p:cNvPr>
          <p:cNvSpPr/>
          <p:nvPr/>
        </p:nvSpPr>
        <p:spPr>
          <a:xfrm>
            <a:off x="3712826" y="4896487"/>
            <a:ext cx="1009555" cy="137375"/>
          </a:xfrm>
          <a:custGeom>
            <a:avLst/>
            <a:gdLst>
              <a:gd name="connsiteX0" fmla="*/ 0 w 1009555"/>
              <a:gd name="connsiteY0" fmla="*/ 1597 h 137375"/>
              <a:gd name="connsiteX1" fmla="*/ 167462 w 1009555"/>
              <a:gd name="connsiteY1" fmla="*/ 137375 h 137375"/>
              <a:gd name="connsiteX2" fmla="*/ 1009556 w 1009555"/>
              <a:gd name="connsiteY2" fmla="*/ 137375 h 137375"/>
              <a:gd name="connsiteX3" fmla="*/ 894725 w 1009555"/>
              <a:gd name="connsiteY3" fmla="*/ 0 h 13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9555" h="137375">
                <a:moveTo>
                  <a:pt x="0" y="1597"/>
                </a:moveTo>
                <a:lnTo>
                  <a:pt x="167462" y="137375"/>
                </a:lnTo>
                <a:lnTo>
                  <a:pt x="1009556" y="137375"/>
                </a:lnTo>
                <a:lnTo>
                  <a:pt x="894725" y="0"/>
                </a:lnTo>
                <a:close/>
              </a:path>
            </a:pathLst>
          </a:custGeom>
          <a:solidFill>
            <a:schemeClr val="tx2"/>
          </a:solidFill>
          <a:ln w="159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Graphic 6" hidden="1">
            <a:extLst>
              <a:ext uri="{FF2B5EF4-FFF2-40B4-BE49-F238E27FC236}">
                <a16:creationId xmlns:a16="http://schemas.microsoft.com/office/drawing/2014/main" id="{8B43C578-AE29-4CFE-C76C-957537E8A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EE2B63-B7B6-C52A-CC46-01917C65E5BE}"/>
              </a:ext>
            </a:extLst>
          </p:cNvPr>
          <p:cNvCxnSpPr>
            <a:cxnSpLocks/>
          </p:cNvCxnSpPr>
          <p:nvPr/>
        </p:nvCxnSpPr>
        <p:spPr>
          <a:xfrm flipH="1">
            <a:off x="5913820" y="164934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E96F737-C393-874C-6C16-3B9BA14CCDFA}"/>
              </a:ext>
            </a:extLst>
          </p:cNvPr>
          <p:cNvSpPr txBox="1"/>
          <p:nvPr/>
        </p:nvSpPr>
        <p:spPr>
          <a:xfrm>
            <a:off x="7664466" y="151084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E9ADE8E-E81A-3F85-CD2B-39C3ED4A5AC2}"/>
              </a:ext>
            </a:extLst>
          </p:cNvPr>
          <p:cNvSpPr/>
          <p:nvPr/>
        </p:nvSpPr>
        <p:spPr>
          <a:xfrm>
            <a:off x="1649936" y="1246363"/>
            <a:ext cx="5239164" cy="813068"/>
          </a:xfrm>
          <a:custGeom>
            <a:avLst/>
            <a:gdLst>
              <a:gd name="connsiteX0" fmla="*/ 5239165 w 5239164"/>
              <a:gd name="connsiteY0" fmla="*/ 0 h 813068"/>
              <a:gd name="connsiteX1" fmla="*/ 0 w 5239164"/>
              <a:gd name="connsiteY1" fmla="*/ 0 h 813068"/>
              <a:gd name="connsiteX2" fmla="*/ 467298 w 5239164"/>
              <a:gd name="connsiteY2" fmla="*/ 813068 h 813068"/>
              <a:gd name="connsiteX3" fmla="*/ 4773461 w 5239164"/>
              <a:gd name="connsiteY3" fmla="*/ 813068 h 813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164" h="813068">
                <a:moveTo>
                  <a:pt x="5239165" y="0"/>
                </a:moveTo>
                <a:lnTo>
                  <a:pt x="0" y="0"/>
                </a:lnTo>
                <a:lnTo>
                  <a:pt x="467298" y="813068"/>
                </a:lnTo>
                <a:lnTo>
                  <a:pt x="4773461" y="813068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  <a:miter lim="800000"/>
          </a:ln>
        </p:spPr>
        <p:txBody>
          <a:bodyPr wrap="square" tIns="0" bIns="27432" rtlCol="0" anchor="ctr">
            <a:no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383870-9F69-2B37-3B33-325430062B28}"/>
              </a:ext>
            </a:extLst>
          </p:cNvPr>
          <p:cNvCxnSpPr>
            <a:cxnSpLocks/>
          </p:cNvCxnSpPr>
          <p:nvPr/>
        </p:nvCxnSpPr>
        <p:spPr>
          <a:xfrm flipH="1">
            <a:off x="5334700" y="3559660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15DEA66C-777B-DC1A-E918-7EA362AC632F}"/>
              </a:ext>
            </a:extLst>
          </p:cNvPr>
          <p:cNvSpPr/>
          <p:nvPr/>
        </p:nvSpPr>
        <p:spPr>
          <a:xfrm>
            <a:off x="2703962" y="3144229"/>
            <a:ext cx="3106816" cy="813068"/>
          </a:xfrm>
          <a:custGeom>
            <a:avLst/>
            <a:gdLst>
              <a:gd name="connsiteX0" fmla="*/ 3106817 w 3106816"/>
              <a:gd name="connsiteY0" fmla="*/ 0 h 813068"/>
              <a:gd name="connsiteX1" fmla="*/ 0 w 3106816"/>
              <a:gd name="connsiteY1" fmla="*/ 0 h 813068"/>
              <a:gd name="connsiteX2" fmla="*/ 465704 w 3106816"/>
              <a:gd name="connsiteY2" fmla="*/ 813068 h 813068"/>
              <a:gd name="connsiteX3" fmla="*/ 2639518 w 3106816"/>
              <a:gd name="connsiteY3" fmla="*/ 813068 h 813068"/>
              <a:gd name="connsiteX4" fmla="*/ 2641113 w 3106816"/>
              <a:gd name="connsiteY4" fmla="*/ 813068 h 813068"/>
              <a:gd name="connsiteX5" fmla="*/ 3106817 w 3106816"/>
              <a:gd name="connsiteY5" fmla="*/ 0 h 813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6816" h="813068">
                <a:moveTo>
                  <a:pt x="3106817" y="0"/>
                </a:moveTo>
                <a:lnTo>
                  <a:pt x="0" y="0"/>
                </a:lnTo>
                <a:lnTo>
                  <a:pt x="465704" y="813068"/>
                </a:lnTo>
                <a:lnTo>
                  <a:pt x="2639518" y="813068"/>
                </a:lnTo>
                <a:cubicBezTo>
                  <a:pt x="2639518" y="813068"/>
                  <a:pt x="2641113" y="813068"/>
                  <a:pt x="2641113" y="813068"/>
                </a:cubicBezTo>
                <a:lnTo>
                  <a:pt x="3106817" y="0"/>
                </a:lnTo>
                <a:close/>
              </a:path>
            </a:pathLst>
          </a:custGeom>
          <a:solidFill>
            <a:schemeClr val="accent4"/>
          </a:solidFill>
          <a:ln w="12700">
            <a:noFill/>
            <a:miter lim="800000"/>
          </a:ln>
        </p:spPr>
        <p:txBody>
          <a:bodyPr wrap="square" tIns="0" bIns="27432" rtlCol="0" anchor="ctr">
            <a:no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DD5BBF-6FB6-A4E8-1F87-AA045F2A6BF9}"/>
              </a:ext>
            </a:extLst>
          </p:cNvPr>
          <p:cNvSpPr txBox="1"/>
          <p:nvPr/>
        </p:nvSpPr>
        <p:spPr>
          <a:xfrm>
            <a:off x="7664466" y="3421161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FD8D0F-4F1E-FB45-8210-73353E97893F}"/>
              </a:ext>
            </a:extLst>
          </p:cNvPr>
          <p:cNvCxnSpPr>
            <a:cxnSpLocks/>
          </p:cNvCxnSpPr>
          <p:nvPr/>
        </p:nvCxnSpPr>
        <p:spPr>
          <a:xfrm flipH="1">
            <a:off x="5629340" y="260619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>
            <a:extLst>
              <a:ext uri="{FF2B5EF4-FFF2-40B4-BE49-F238E27FC236}">
                <a16:creationId xmlns:a16="http://schemas.microsoft.com/office/drawing/2014/main" id="{45B45877-E131-6482-9465-443A720A498B}"/>
              </a:ext>
            </a:extLst>
          </p:cNvPr>
          <p:cNvSpPr/>
          <p:nvPr/>
        </p:nvSpPr>
        <p:spPr>
          <a:xfrm>
            <a:off x="2157905" y="2199013"/>
            <a:ext cx="4194521" cy="813068"/>
          </a:xfrm>
          <a:custGeom>
            <a:avLst/>
            <a:gdLst>
              <a:gd name="connsiteX0" fmla="*/ 4194521 w 4194521"/>
              <a:gd name="connsiteY0" fmla="*/ 0 h 813068"/>
              <a:gd name="connsiteX1" fmla="*/ 0 w 4194521"/>
              <a:gd name="connsiteY1" fmla="*/ 0 h 813068"/>
              <a:gd name="connsiteX2" fmla="*/ 464109 w 4194521"/>
              <a:gd name="connsiteY2" fmla="*/ 809873 h 813068"/>
              <a:gd name="connsiteX3" fmla="*/ 470488 w 4194521"/>
              <a:gd name="connsiteY3" fmla="*/ 813068 h 813068"/>
              <a:gd name="connsiteX4" fmla="*/ 3728818 w 4194521"/>
              <a:gd name="connsiteY4" fmla="*/ 813068 h 813068"/>
              <a:gd name="connsiteX5" fmla="*/ 4194521 w 4194521"/>
              <a:gd name="connsiteY5" fmla="*/ 0 h 813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94521" h="813068">
                <a:moveTo>
                  <a:pt x="4194521" y="0"/>
                </a:moveTo>
                <a:lnTo>
                  <a:pt x="0" y="0"/>
                </a:lnTo>
                <a:lnTo>
                  <a:pt x="464109" y="809873"/>
                </a:lnTo>
                <a:cubicBezTo>
                  <a:pt x="465703" y="811471"/>
                  <a:pt x="467298" y="813068"/>
                  <a:pt x="470488" y="813068"/>
                </a:cubicBezTo>
                <a:lnTo>
                  <a:pt x="3728818" y="813068"/>
                </a:lnTo>
                <a:lnTo>
                  <a:pt x="4194521" y="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  <a:miter lim="800000"/>
          </a:ln>
        </p:spPr>
        <p:txBody>
          <a:bodyPr wrap="square" tIns="0" bIns="27432" rtlCol="0" anchor="ctr">
            <a:no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2218B1-ECA6-F510-0E88-306DE1D4CF07}"/>
              </a:ext>
            </a:extLst>
          </p:cNvPr>
          <p:cNvSpPr txBox="1"/>
          <p:nvPr/>
        </p:nvSpPr>
        <p:spPr>
          <a:xfrm>
            <a:off x="7664466" y="246769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06FA0E-AFCD-7387-EFA4-6FBCE8C78632}"/>
              </a:ext>
            </a:extLst>
          </p:cNvPr>
          <p:cNvCxnSpPr>
            <a:cxnSpLocks/>
          </p:cNvCxnSpPr>
          <p:nvPr/>
        </p:nvCxnSpPr>
        <p:spPr>
          <a:xfrm flipH="1">
            <a:off x="4743647" y="4508294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 28">
            <a:extLst>
              <a:ext uri="{FF2B5EF4-FFF2-40B4-BE49-F238E27FC236}">
                <a16:creationId xmlns:a16="http://schemas.microsoft.com/office/drawing/2014/main" id="{E68B5B82-15FA-AB5D-0F60-022C190F9ED9}"/>
              </a:ext>
            </a:extLst>
          </p:cNvPr>
          <p:cNvSpPr/>
          <p:nvPr/>
        </p:nvSpPr>
        <p:spPr>
          <a:xfrm>
            <a:off x="3247122" y="4089209"/>
            <a:ext cx="2019111" cy="814665"/>
          </a:xfrm>
          <a:custGeom>
            <a:avLst/>
            <a:gdLst>
              <a:gd name="connsiteX0" fmla="*/ 2019112 w 2019111"/>
              <a:gd name="connsiteY0" fmla="*/ 0 h 814665"/>
              <a:gd name="connsiteX1" fmla="*/ 0 w 2019111"/>
              <a:gd name="connsiteY1" fmla="*/ 0 h 814665"/>
              <a:gd name="connsiteX2" fmla="*/ 465703 w 2019111"/>
              <a:gd name="connsiteY2" fmla="*/ 814666 h 814665"/>
              <a:gd name="connsiteX3" fmla="*/ 1553408 w 2019111"/>
              <a:gd name="connsiteY3" fmla="*/ 814666 h 81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9111" h="814665">
                <a:moveTo>
                  <a:pt x="2019112" y="0"/>
                </a:moveTo>
                <a:lnTo>
                  <a:pt x="0" y="0"/>
                </a:lnTo>
                <a:lnTo>
                  <a:pt x="465703" y="814666"/>
                </a:lnTo>
                <a:lnTo>
                  <a:pt x="1553408" y="814666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  <a:miter lim="800000"/>
          </a:ln>
        </p:spPr>
        <p:txBody>
          <a:bodyPr wrap="square" tIns="0" bIns="27432" rtlCol="0" anchor="ctr">
            <a:no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781A17-2470-1A31-7D33-969F3C5FF5C1}"/>
              </a:ext>
            </a:extLst>
          </p:cNvPr>
          <p:cNvSpPr txBox="1"/>
          <p:nvPr/>
        </p:nvSpPr>
        <p:spPr>
          <a:xfrm>
            <a:off x="7664466" y="4369795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F7F5D19-962B-9474-7C64-5E41A986AB7C}"/>
              </a:ext>
            </a:extLst>
          </p:cNvPr>
          <p:cNvCxnSpPr>
            <a:cxnSpLocks/>
          </p:cNvCxnSpPr>
          <p:nvPr/>
        </p:nvCxnSpPr>
        <p:spPr>
          <a:xfrm flipH="1">
            <a:off x="4420300" y="543757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>
            <a:extLst>
              <a:ext uri="{FF2B5EF4-FFF2-40B4-BE49-F238E27FC236}">
                <a16:creationId xmlns:a16="http://schemas.microsoft.com/office/drawing/2014/main" id="{4F63E8EC-CD78-54B6-EF1C-104934BED91A}"/>
              </a:ext>
            </a:extLst>
          </p:cNvPr>
          <p:cNvSpPr/>
          <p:nvPr/>
        </p:nvSpPr>
        <p:spPr>
          <a:xfrm>
            <a:off x="3790975" y="5033862"/>
            <a:ext cx="931406" cy="813068"/>
          </a:xfrm>
          <a:custGeom>
            <a:avLst/>
            <a:gdLst>
              <a:gd name="connsiteX0" fmla="*/ 931407 w 931406"/>
              <a:gd name="connsiteY0" fmla="*/ 0 h 813068"/>
              <a:gd name="connsiteX1" fmla="*/ 0 w 931406"/>
              <a:gd name="connsiteY1" fmla="*/ 0 h 813068"/>
              <a:gd name="connsiteX2" fmla="*/ 465703 w 931406"/>
              <a:gd name="connsiteY2" fmla="*/ 813068 h 813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1406" h="813068">
                <a:moveTo>
                  <a:pt x="931407" y="0"/>
                </a:moveTo>
                <a:lnTo>
                  <a:pt x="0" y="0"/>
                </a:lnTo>
                <a:lnTo>
                  <a:pt x="465703" y="813068"/>
                </a:lnTo>
                <a:close/>
              </a:path>
            </a:pathLst>
          </a:custGeom>
          <a:solidFill>
            <a:schemeClr val="accent6"/>
          </a:solidFill>
          <a:ln w="12700">
            <a:noFill/>
            <a:miter lim="800000"/>
          </a:ln>
        </p:spPr>
        <p:txBody>
          <a:bodyPr wrap="square" tIns="0" bIns="182880" rtlCol="0" anchor="ctr">
            <a:no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E06556-9207-62FD-7CC8-E1D64C660D5B}"/>
              </a:ext>
            </a:extLst>
          </p:cNvPr>
          <p:cNvSpPr txBox="1"/>
          <p:nvPr/>
        </p:nvSpPr>
        <p:spPr>
          <a:xfrm>
            <a:off x="7664466" y="529907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23D000-D49E-DB5B-BF19-E50963EA93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244EC-FDE2-0F4B-827B-52D41CB864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97005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masters">
  <a:themeElements>
    <a:clrScheme name="Custom 6">
      <a:dk1>
        <a:srgbClr val="000000"/>
      </a:dk1>
      <a:lt1>
        <a:srgbClr val="FFFFFF"/>
      </a:lt1>
      <a:dk2>
        <a:srgbClr val="1A2440"/>
      </a:dk2>
      <a:lt2>
        <a:srgbClr val="6F747F"/>
      </a:lt2>
      <a:accent1>
        <a:srgbClr val="49C2B3"/>
      </a:accent1>
      <a:accent2>
        <a:srgbClr val="3BACF0"/>
      </a:accent2>
      <a:accent3>
        <a:srgbClr val="1966FF"/>
      </a:accent3>
      <a:accent4>
        <a:srgbClr val="5E28E5"/>
      </a:accent4>
      <a:accent5>
        <a:srgbClr val="8D1CDC"/>
      </a:accent5>
      <a:accent6>
        <a:srgbClr val="C93FDB"/>
      </a:accent6>
      <a:hlink>
        <a:srgbClr val="000000"/>
      </a:hlink>
      <a:folHlink>
        <a:srgbClr val="000000"/>
      </a:folHlink>
    </a:clrScheme>
    <a:fontScheme name="Raleway">
      <a:majorFont>
        <a:latin typeface="DTFlow-Medium"/>
        <a:ea typeface=""/>
        <a:cs typeface=""/>
      </a:majorFont>
      <a:minorFont>
        <a:latin typeface="DTFlow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 w="12700">
          <a:solidFill>
            <a:srgbClr val="C2C2C2"/>
          </a:solidFill>
          <a:miter lim="800000"/>
        </a:ln>
        <a:effectLst/>
      </a:spPr>
      <a:bodyPr vert="horz" wrap="square" lIns="182880" tIns="182880" rIns="182880" bIns="210312" rtlCol="0" anchor="ctr">
        <a:noAutofit/>
      </a:bodyPr>
      <a:lstStyle>
        <a:defPPr algn="l" defTabSz="914258" fontAlgn="ctr">
          <a:lnSpc>
            <a:spcPct val="120000"/>
          </a:lnSpc>
          <a:spcAft>
            <a:spcPts val="800"/>
          </a:spcAft>
          <a:buClr>
            <a:srgbClr val="171C2D"/>
          </a:buClr>
          <a:buSzPct val="25000"/>
          <a:defRPr sz="1450" dirty="0"/>
        </a:defPPr>
      </a:lstStyle>
    </a:spDef>
    <a:txDef>
      <a:spPr>
        <a:ln>
          <a:noFill/>
        </a:ln>
      </a:spPr>
      <a:bodyPr vert="horz" wrap="square" lIns="27432" tIns="0" rIns="27432" bIns="0" rtlCol="0">
        <a:noAutofit/>
      </a:bodyPr>
      <a:lstStyle>
        <a:defPPr marL="182880" indent="-182880" algn="l">
          <a:buSzPct val="80000"/>
          <a:buFont typeface="Arial" panose="020B0604020202020204" pitchFamily="34" charset="0"/>
          <a:buChar char="•"/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PLT_Corporate_PPT_2025" id="{A315126B-54F8-CA4A-8861-99B33A1002A1}" vid="{2B03A36D-11DA-B043-9B53-4517CD7DE0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T Flow Light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DT Flow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T Flow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DT Flow Light"/>
        <a:font script="Hebr" typeface="DT Flow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T Flow Light"/>
        <a:font script="Uigh" typeface="Microsoft Uighur"/>
        <a:font script="Geor" typeface="Sylfaen"/>
        <a:font script="Armn" typeface="DT Flow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T Flow Light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DT Flow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T Flow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DT Flow Light"/>
        <a:font script="Hebr" typeface="DT Flow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T Flow Light"/>
        <a:font script="Uigh" typeface="Microsoft Uighur"/>
        <a:font script="Geor" typeface="Sylfaen"/>
        <a:font script="Armn" typeface="DT Flow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EC38C1-336C-C74A-BF09-67ACF78B60D5}">
  <we:reference id="53c624bc-beeb-4b9d-a732-d4850792e7dc" version="1.5.0.0" store="EXCatalog" storeType="EXCatalog"/>
  <we:alternateReferences>
    <we:reference id="WA104381702" version="1.5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e98d6c4-0a6a-4101-aaef-7401c2c41272">
      <UserInfo>
        <DisplayName>Anderson, Dave (Marketing)</DisplayName>
        <AccountId>14</AccountId>
        <AccountType/>
      </UserInfo>
      <UserInfo>
        <DisplayName>Sims, Josh</DisplayName>
        <AccountId>473</AccountId>
        <AccountType/>
      </UserInfo>
      <UserInfo>
        <DisplayName>Ward, Frances</DisplayName>
        <AccountId>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BB94FF16C837468B7D13486960AFFF" ma:contentTypeVersion="10" ma:contentTypeDescription="Create a new document." ma:contentTypeScope="" ma:versionID="c903b631cc311e084714d06d0b116fff">
  <xsd:schema xmlns:xsd="http://www.w3.org/2001/XMLSchema" xmlns:xs="http://www.w3.org/2001/XMLSchema" xmlns:p="http://schemas.microsoft.com/office/2006/metadata/properties" xmlns:ns2="dd1d8f26-fb76-4973-95d8-1c00742ea3ca" xmlns:ns3="3e98d6c4-0a6a-4101-aaef-7401c2c41272" targetNamespace="http://schemas.microsoft.com/office/2006/metadata/properties" ma:root="true" ma:fieldsID="91e2fd16832581dfee94fdd5f20f879d" ns2:_="" ns3:_="">
    <xsd:import namespace="dd1d8f26-fb76-4973-95d8-1c00742ea3ca"/>
    <xsd:import namespace="3e98d6c4-0a6a-4101-aaef-7401c2c412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1d8f26-fb76-4973-95d8-1c00742ea3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8d6c4-0a6a-4101-aaef-7401c2c4127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3305D2-0ECB-44A0-862C-949F259D46BE}">
  <ds:schemaRefs>
    <ds:schemaRef ds:uri="3e98d6c4-0a6a-4101-aaef-7401c2c41272"/>
    <ds:schemaRef ds:uri="http://schemas.microsoft.com/office/2006/documentManagement/types"/>
    <ds:schemaRef ds:uri="http://purl.org/dc/terms/"/>
    <ds:schemaRef ds:uri="dd1d8f26-fb76-4973-95d8-1c00742ea3ca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6075389F-D212-4F19-AFAD-C1BB4FFFE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EFB303-5C42-429A-B155-A77049E9F6A6}">
  <ds:schemaRefs>
    <ds:schemaRef ds:uri="3e98d6c4-0a6a-4101-aaef-7401c2c41272"/>
    <ds:schemaRef ds:uri="dd1d8f26-fb76-4973-95d8-1c00742ea3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 masters</Template>
  <TotalTime>0</TotalTime>
  <Words>1702</Words>
  <Application>Microsoft Macintosh PowerPoint</Application>
  <PresentationFormat>Widescreen</PresentationFormat>
  <Paragraphs>495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DT Flow Medium</vt:lpstr>
      <vt:lpstr>Arial</vt:lpstr>
      <vt:lpstr>Wingdings</vt:lpstr>
      <vt:lpstr>DTFlow-Medium</vt:lpstr>
      <vt:lpstr>DT Flow Light</vt:lpstr>
      <vt:lpstr>DT Flow</vt:lpstr>
      <vt:lpstr>DTFlow-Light</vt:lpstr>
      <vt:lpstr>Slide masters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Burwick, Nathon</dc:creator>
  <cp:keywords/>
  <dc:description/>
  <cp:lastModifiedBy>Burwick, Nathon</cp:lastModifiedBy>
  <cp:revision>1</cp:revision>
  <dcterms:created xsi:type="dcterms:W3CDTF">2026-05-19T14:39:08Z</dcterms:created>
  <dcterms:modified xsi:type="dcterms:W3CDTF">2026-05-19T14:39:42Z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0x01010051BB94FF16C837468B7D13486960AFFF</vt:lpwstr>
  </property>
</Properties>
</file>