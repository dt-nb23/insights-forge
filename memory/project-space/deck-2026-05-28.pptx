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72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embeddedFontLst>
    <p:embeddedFont>
      <p:font typeface="DT Flow" pitchFamily="2" charset="77"/>
      <p:regular r:id="rId20"/>
      <p:bold r:id="rId21"/>
    </p:embeddedFont>
    <p:embeddedFont>
      <p:font typeface="DT Flow Light" pitchFamily="2" charset="77"/>
      <p:regular r:id="rId22"/>
    </p:embeddedFont>
    <p:embeddedFont>
      <p:font typeface="DT Flow Medium" pitchFamily="2" charset="77"/>
      <p:regular r:id="rId23"/>
    </p:embeddedFont>
    <p:embeddedFont>
      <p:font typeface="DTFlow-Light" pitchFamily="2" charset="77"/>
      <p:regular r:id="rId24"/>
    </p:embeddedFont>
    <p:embeddedFont>
      <p:font typeface="DTFlow-Medium" pitchFamily="2" charset="77"/>
      <p:regular r:id="rId25"/>
    </p:embeddedFont>
  </p:embeddedFontLst>
  <p:defaultTextStyle>
    <a:defPPr>
      <a:defRPr lang="en-US"/>
    </a:defPPr>
    <a:lvl1pPr marL="0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6783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3569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0354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7138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3922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0707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7492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4275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BB8A6B90-8F9C-2F47-817B-083A711A1D6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Branded components" id="{1F086C89-9DAB-CC4F-86EE-E0F2CAA2DF93}">
          <p14:sldIdLst/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F73519-A71C-F2C6-9071-CEACEA86D95D}" name="Erewa, Toni" initials="" userId="S::toni.erewa@dynatrace.com::a083b743-7a7f-4005-8f65-15fbc415b036" providerId="AD"/>
  <p188:author id="{274FE31B-85AA-352C-0645-E1B31FA62AD9}" name="Primeau, Andy" initials="PA" userId="S::andy.primeau@dynatrace.com::3379d370-2e2a-4659-8abb-c21ad41dd794" providerId="AD"/>
  <p188:author id="{636C4FA9-41CC-7E4C-65B3-EF5B0102B06B}" name="Sutton, Kiley" initials="" userId="S::kiley.sutton@dynatrace.com::84f8eb5a-68b0-43e7-8526-b006638760a3" providerId="AD"/>
  <p188:author id="{EFE3E1D1-9FA8-54AD-114E-76541E48EE06}" name="Aylmer, Jed" initials="JA" userId="S::jed.aylmer@dynatrace.com::063f29d7-db01-4138-a04c-586bd0c78c69" providerId="AD"/>
  <p188:author id="{197912D3-FC8A-6A9A-D53F-6521D9156398}" name="Tollefson, Nina" initials="" userId="S::nina.tollefson@dynatrace.com::e496fee5-b356-4526-b03f-9e2676692c29" providerId="AD"/>
  <p188:author id="{0BA3DBD4-010F-14FB-400E-23E5D6C262E3}" name="Crandall, Emily" initials="" userId="S::emily.crandall@dynatrace.com::a4f4e250-a14e-4c2c-a617-494ee6bc4b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747F"/>
    <a:srgbClr val="EBEBEB"/>
    <a:srgbClr val="C2C2C2"/>
    <a:srgbClr val="F5F5F5"/>
    <a:srgbClr val="00D3D3"/>
    <a:srgbClr val="0052F5"/>
    <a:srgbClr val="4C40FF"/>
    <a:srgbClr val="0E1322"/>
    <a:srgbClr val="121925"/>
    <a:srgbClr val="070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28"/>
    <p:restoredTop sz="94667"/>
  </p:normalViewPr>
  <p:slideViewPr>
    <p:cSldViewPr snapToGrid="0">
      <p:cViewPr varScale="1">
        <p:scale>
          <a:sx n="142" d="100"/>
          <a:sy n="142" d="100"/>
        </p:scale>
        <p:origin x="208" y="24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rwick, Nathon" userId="e5f82ac9-c90d-4d45-be96-243d41bb80ac" providerId="ADAL" clId="{A913B0A2-DE7E-5E42-A29B-E5E4D9266309}"/>
    <pc:docChg chg="modSld">
      <pc:chgData name="Burwick, Nathon" userId="e5f82ac9-c90d-4d45-be96-243d41bb80ac" providerId="ADAL" clId="{A913B0A2-DE7E-5E42-A29B-E5E4D9266309}" dt="2026-05-28T18:49:15.723" v="3" actId="404"/>
      <pc:docMkLst>
        <pc:docMk/>
      </pc:docMkLst>
      <pc:sldChg chg="modSp mod">
        <pc:chgData name="Burwick, Nathon" userId="e5f82ac9-c90d-4d45-be96-243d41bb80ac" providerId="ADAL" clId="{A913B0A2-DE7E-5E42-A29B-E5E4D9266309}" dt="2026-05-28T18:49:15.723" v="3" actId="404"/>
        <pc:sldMkLst>
          <pc:docMk/>
          <pc:sldMk cId="0" sldId="258"/>
        </pc:sldMkLst>
        <pc:spChg chg="mod">
          <ac:chgData name="Burwick, Nathon" userId="e5f82ac9-c90d-4d45-be96-243d41bb80ac" providerId="ADAL" clId="{A913B0A2-DE7E-5E42-A29B-E5E4D9266309}" dt="2026-05-28T18:49:15.723" v="3" actId="404"/>
          <ac:spMkLst>
            <pc:docMk/>
            <pc:sldMk cId="0" sldId="258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804238-EC80-FB4B-941E-9312C939D7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DT Flow Light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B66F3-392C-0A47-831D-48D35E3458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55B36-A5B0-104D-B8CD-F883848663BE}" type="datetimeFigureOut">
              <a:rPr lang="en-US" smtClean="0">
                <a:latin typeface="DT Flow Light" pitchFamily="2" charset="77"/>
              </a:rPr>
              <a:t>5/28/26</a:t>
            </a:fld>
            <a:endParaRPr lang="en-US">
              <a:latin typeface="DT Flow Light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738F3-C544-884A-A94D-4731DAAC177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DT Flow Light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86229-D175-5649-8942-DE7F23C5E0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C09F1-4DD7-EA47-BCAC-42996FCC1491}" type="slidenum">
              <a:rPr lang="en-US" smtClean="0">
                <a:latin typeface="DT Flow Light" pitchFamily="2" charset="77"/>
              </a:rPr>
              <a:t>‹#›</a:t>
            </a:fld>
            <a:endParaRPr lang="en-US">
              <a:latin typeface="DT Flow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1967556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DT Flow Light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DT Flow Light" pitchFamily="2" charset="77"/>
              </a:defRPr>
            </a:lvl1pPr>
          </a:lstStyle>
          <a:p>
            <a:fld id="{17C5C96F-C94A-4B4F-99A7-E5756576ABC1}" type="datetimeFigureOut">
              <a:rPr lang="en-US" smtClean="0"/>
              <a:pPr/>
              <a:t>5/28/26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DT Flow Light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DT Flow Light" pitchFamily="2" charset="77"/>
              </a:defRPr>
            </a:lvl1pPr>
          </a:lstStyle>
          <a:p>
            <a:fld id="{FAA1038F-6634-544B-85D0-0C51AF60D7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7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569" rtl="0" eaLnBrk="1" latinLnBrk="0" hangingPunct="1">
      <a:defRPr sz="1200" b="0" i="0" kern="1200">
        <a:solidFill>
          <a:schemeClr val="tx1"/>
        </a:solidFill>
        <a:latin typeface="DT Flow Light" pitchFamily="2" charset="77"/>
        <a:ea typeface="+mn-ea"/>
        <a:cs typeface="+mn-cs"/>
      </a:defRPr>
    </a:lvl1pPr>
    <a:lvl2pPr marL="456783" algn="l" defTabSz="913569" rtl="0" eaLnBrk="1" latinLnBrk="0" hangingPunct="1">
      <a:defRPr sz="1200" b="0" i="0" kern="1200">
        <a:solidFill>
          <a:schemeClr val="tx1"/>
        </a:solidFill>
        <a:latin typeface="DT Flow Light" pitchFamily="2" charset="77"/>
        <a:ea typeface="+mn-ea"/>
        <a:cs typeface="+mn-cs"/>
      </a:defRPr>
    </a:lvl2pPr>
    <a:lvl3pPr marL="913569" algn="l" defTabSz="913569" rtl="0" eaLnBrk="1" latinLnBrk="0" hangingPunct="1">
      <a:defRPr sz="1200" b="0" i="0" kern="1200">
        <a:solidFill>
          <a:schemeClr val="tx1"/>
        </a:solidFill>
        <a:latin typeface="DT Flow Light" pitchFamily="2" charset="77"/>
        <a:ea typeface="+mn-ea"/>
        <a:cs typeface="+mn-cs"/>
      </a:defRPr>
    </a:lvl3pPr>
    <a:lvl4pPr marL="1370354" algn="l" defTabSz="913569" rtl="0" eaLnBrk="1" latinLnBrk="0" hangingPunct="1">
      <a:defRPr sz="1200" b="0" i="0" kern="1200">
        <a:solidFill>
          <a:schemeClr val="tx1"/>
        </a:solidFill>
        <a:latin typeface="DT Flow Light" pitchFamily="2" charset="77"/>
        <a:ea typeface="+mn-ea"/>
        <a:cs typeface="+mn-cs"/>
      </a:defRPr>
    </a:lvl4pPr>
    <a:lvl5pPr marL="1827138" algn="l" defTabSz="913569" rtl="0" eaLnBrk="1" latinLnBrk="0" hangingPunct="1">
      <a:defRPr sz="1200" b="0" i="0" kern="1200">
        <a:solidFill>
          <a:schemeClr val="tx1"/>
        </a:solidFill>
        <a:latin typeface="DT Flow Light" pitchFamily="2" charset="77"/>
        <a:ea typeface="+mn-ea"/>
        <a:cs typeface="+mn-cs"/>
      </a:defRPr>
    </a:lvl5pPr>
    <a:lvl6pPr marL="2283922" algn="l" defTabSz="9135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0707" algn="l" defTabSz="9135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7492" algn="l" defTabSz="9135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275" algn="l" defTabSz="9135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E45647C4-3708-8988-60FA-47C5F8AE75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F912AC74-08F1-E07F-2006-63F9523C3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3221183"/>
            <a:ext cx="7289800" cy="517065"/>
          </a:xfrm>
        </p:spPr>
        <p:txBody>
          <a:bodyPr wrap="square" lIns="45720" rIns="0">
            <a:sp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4FE060-6DC1-FF59-2094-8E3B7C977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281695"/>
            <a:ext cx="8229600" cy="939488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FAE7CBA8-D1E4-44C2-01F7-88F8985F44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682452"/>
            <a:ext cx="2590800" cy="45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30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1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image">
            <a:extLst>
              <a:ext uri="{FF2B5EF4-FFF2-40B4-BE49-F238E27FC236}">
                <a16:creationId xmlns:a16="http://schemas.microsoft.com/office/drawing/2014/main" id="{2059118E-F62E-29AC-4C51-EA6FE2DD0E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company 1">
            <a:extLst>
              <a:ext uri="{FF2B5EF4-FFF2-40B4-BE49-F238E27FC236}">
                <a16:creationId xmlns:a16="http://schemas.microsoft.com/office/drawing/2014/main" id="{2613B899-81B1-B537-786E-79C3A82A3B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12914" y="4346936"/>
            <a:ext cx="2409136" cy="295466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FF12E48-BD0F-D37F-35D6-ED2177FCD6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12914" y="4067090"/>
            <a:ext cx="2409136" cy="295466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name 1">
            <a:extLst>
              <a:ext uri="{FF2B5EF4-FFF2-40B4-BE49-F238E27FC236}">
                <a16:creationId xmlns:a16="http://schemas.microsoft.com/office/drawing/2014/main" id="{36F500F3-1DD8-3F5C-FB75-18411F7FA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12914" y="3760516"/>
            <a:ext cx="2409137" cy="307777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Lastname</a:t>
            </a:r>
          </a:p>
        </p:txBody>
      </p:sp>
      <p:sp>
        <p:nvSpPr>
          <p:cNvPr id="11" name="headshot 1">
            <a:extLst>
              <a:ext uri="{FF2B5EF4-FFF2-40B4-BE49-F238E27FC236}">
                <a16:creationId xmlns:a16="http://schemas.microsoft.com/office/drawing/2014/main" id="{DABA9EFA-6F99-A265-5D26-15409B3CC54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61594" y="1996248"/>
            <a:ext cx="1511777" cy="1511777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5C4C40F-2C2E-69AD-D25A-BC489AC0F3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3545148"/>
            <a:ext cx="7289800" cy="517065"/>
          </a:xfrm>
        </p:spPr>
        <p:txBody>
          <a:bodyPr wrap="square" lIns="45720" rIns="0">
            <a:sp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C4A2161-09C2-CBD6-4986-03BAC3C71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605660"/>
            <a:ext cx="7289800" cy="939488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AD571551-137D-E368-2770-7CC6BFF8F4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682452"/>
            <a:ext cx="2590800" cy="45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8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2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image">
            <a:extLst>
              <a:ext uri="{FF2B5EF4-FFF2-40B4-BE49-F238E27FC236}">
                <a16:creationId xmlns:a16="http://schemas.microsoft.com/office/drawing/2014/main" id="{2059118E-F62E-29AC-4C51-EA6FE2DD0E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company 2">
            <a:extLst>
              <a:ext uri="{FF2B5EF4-FFF2-40B4-BE49-F238E27FC236}">
                <a16:creationId xmlns:a16="http://schemas.microsoft.com/office/drawing/2014/main" id="{97169659-DBAF-0D58-65C8-0C72C974C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11365" y="4305487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4" name="title 2">
            <a:extLst>
              <a:ext uri="{FF2B5EF4-FFF2-40B4-BE49-F238E27FC236}">
                <a16:creationId xmlns:a16="http://schemas.microsoft.com/office/drawing/2014/main" id="{0D56C580-02CB-7BD9-786B-F756F084A5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11365" y="4025641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name 2">
            <a:extLst>
              <a:ext uri="{FF2B5EF4-FFF2-40B4-BE49-F238E27FC236}">
                <a16:creationId xmlns:a16="http://schemas.microsoft.com/office/drawing/2014/main" id="{66722F5F-E16A-C201-11E9-55F9F8B6C7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1363" y="3719067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Lastname</a:t>
            </a:r>
          </a:p>
        </p:txBody>
      </p:sp>
      <p:sp>
        <p:nvSpPr>
          <p:cNvPr id="24" name="headshot 2">
            <a:extLst>
              <a:ext uri="{FF2B5EF4-FFF2-40B4-BE49-F238E27FC236}">
                <a16:creationId xmlns:a16="http://schemas.microsoft.com/office/drawing/2014/main" id="{95B6C288-DEF7-674B-F143-E6CC0B27F4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18173" y="3690528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3" name="company 1">
            <a:extLst>
              <a:ext uri="{FF2B5EF4-FFF2-40B4-BE49-F238E27FC236}">
                <a16:creationId xmlns:a16="http://schemas.microsoft.com/office/drawing/2014/main" id="{2613B899-81B1-B537-786E-79C3A82A3B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1365" y="2865708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FF12E48-BD0F-D37F-35D6-ED2177FCD6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11365" y="2585862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name 1">
            <a:extLst>
              <a:ext uri="{FF2B5EF4-FFF2-40B4-BE49-F238E27FC236}">
                <a16:creationId xmlns:a16="http://schemas.microsoft.com/office/drawing/2014/main" id="{36F500F3-1DD8-3F5C-FB75-18411F7FA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1363" y="2279288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Lastname</a:t>
            </a:r>
          </a:p>
        </p:txBody>
      </p:sp>
      <p:sp>
        <p:nvSpPr>
          <p:cNvPr id="11" name="headshot 1">
            <a:extLst>
              <a:ext uri="{FF2B5EF4-FFF2-40B4-BE49-F238E27FC236}">
                <a16:creationId xmlns:a16="http://schemas.microsoft.com/office/drawing/2014/main" id="{DABA9EFA-6F99-A265-5D26-15409B3CC54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18173" y="2250749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1C3060B-32E0-92DE-442D-4F3B4AF781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3545148"/>
            <a:ext cx="6975174" cy="517065"/>
          </a:xfrm>
        </p:spPr>
        <p:txBody>
          <a:bodyPr wrap="square" lIns="45720" rIns="0">
            <a:sp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5867327-31A6-57D7-8DC5-461266F696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605660"/>
            <a:ext cx="6975174" cy="939488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1663D1E2-05C8-3F21-BFFD-EBE4FA5636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682452"/>
            <a:ext cx="2590800" cy="45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50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3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image">
            <a:extLst>
              <a:ext uri="{FF2B5EF4-FFF2-40B4-BE49-F238E27FC236}">
                <a16:creationId xmlns:a16="http://schemas.microsoft.com/office/drawing/2014/main" id="{2059118E-F62E-29AC-4C51-EA6FE2DD0E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company 3">
            <a:extLst>
              <a:ext uri="{FF2B5EF4-FFF2-40B4-BE49-F238E27FC236}">
                <a16:creationId xmlns:a16="http://schemas.microsoft.com/office/drawing/2014/main" id="{7BF29A14-60DA-193D-12FE-10642DD8DB2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11365" y="5028525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8" name="title 3">
            <a:extLst>
              <a:ext uri="{FF2B5EF4-FFF2-40B4-BE49-F238E27FC236}">
                <a16:creationId xmlns:a16="http://schemas.microsoft.com/office/drawing/2014/main" id="{0D48642A-8722-7B13-162E-9ED14746D1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11365" y="4748679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name 3">
            <a:extLst>
              <a:ext uri="{FF2B5EF4-FFF2-40B4-BE49-F238E27FC236}">
                <a16:creationId xmlns:a16="http://schemas.microsoft.com/office/drawing/2014/main" id="{2422A9EE-2E1A-9435-D664-B1D7E58FC3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11363" y="4442105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 Lastname</a:t>
            </a:r>
          </a:p>
        </p:txBody>
      </p:sp>
      <p:sp>
        <p:nvSpPr>
          <p:cNvPr id="36" name="headshot 3">
            <a:extLst>
              <a:ext uri="{FF2B5EF4-FFF2-40B4-BE49-F238E27FC236}">
                <a16:creationId xmlns:a16="http://schemas.microsoft.com/office/drawing/2014/main" id="{20D0079E-885B-ACAE-5F4F-04E4573BF1C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118173" y="4413566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35" name="company 2">
            <a:extLst>
              <a:ext uri="{FF2B5EF4-FFF2-40B4-BE49-F238E27FC236}">
                <a16:creationId xmlns:a16="http://schemas.microsoft.com/office/drawing/2014/main" id="{97169659-DBAF-0D58-65C8-0C72C974C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11365" y="3588746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4" name="title 2">
            <a:extLst>
              <a:ext uri="{FF2B5EF4-FFF2-40B4-BE49-F238E27FC236}">
                <a16:creationId xmlns:a16="http://schemas.microsoft.com/office/drawing/2014/main" id="{0D56C580-02CB-7BD9-786B-F756F084A5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11365" y="3308900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name 2">
            <a:extLst>
              <a:ext uri="{FF2B5EF4-FFF2-40B4-BE49-F238E27FC236}">
                <a16:creationId xmlns:a16="http://schemas.microsoft.com/office/drawing/2014/main" id="{66722F5F-E16A-C201-11E9-55F9F8B6C7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1363" y="3002326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 Lastname</a:t>
            </a:r>
          </a:p>
        </p:txBody>
      </p:sp>
      <p:sp>
        <p:nvSpPr>
          <p:cNvPr id="24" name="headshot 2">
            <a:extLst>
              <a:ext uri="{FF2B5EF4-FFF2-40B4-BE49-F238E27FC236}">
                <a16:creationId xmlns:a16="http://schemas.microsoft.com/office/drawing/2014/main" id="{95B6C288-DEF7-674B-F143-E6CC0B27F4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18173" y="2973787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3" name="company 1">
            <a:extLst>
              <a:ext uri="{FF2B5EF4-FFF2-40B4-BE49-F238E27FC236}">
                <a16:creationId xmlns:a16="http://schemas.microsoft.com/office/drawing/2014/main" id="{2613B899-81B1-B537-786E-79C3A82A3B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1365" y="2148967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FF12E48-BD0F-D37F-35D6-ED2177FCD6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11365" y="1869121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name 1">
            <a:extLst>
              <a:ext uri="{FF2B5EF4-FFF2-40B4-BE49-F238E27FC236}">
                <a16:creationId xmlns:a16="http://schemas.microsoft.com/office/drawing/2014/main" id="{36F500F3-1DD8-3F5C-FB75-18411F7FA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1363" y="1562547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Lastname</a:t>
            </a:r>
          </a:p>
        </p:txBody>
      </p:sp>
      <p:sp>
        <p:nvSpPr>
          <p:cNvPr id="11" name="headshot 1">
            <a:extLst>
              <a:ext uri="{FF2B5EF4-FFF2-40B4-BE49-F238E27FC236}">
                <a16:creationId xmlns:a16="http://schemas.microsoft.com/office/drawing/2014/main" id="{DABA9EFA-6F99-A265-5D26-15409B3CC54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18173" y="1534008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C230C87-7A76-E851-607B-EA79E200AD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3545148"/>
            <a:ext cx="6975173" cy="517065"/>
          </a:xfrm>
        </p:spPr>
        <p:txBody>
          <a:bodyPr wrap="square" lIns="45720" rIns="0">
            <a:sp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B7E4E74-079A-5310-51A9-6C9FBFD6B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605660"/>
            <a:ext cx="6975173" cy="939488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B76DA324-2B1F-50C9-58C1-1FB68FEDC2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682452"/>
            <a:ext cx="2590800" cy="45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49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4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image">
            <a:extLst>
              <a:ext uri="{FF2B5EF4-FFF2-40B4-BE49-F238E27FC236}">
                <a16:creationId xmlns:a16="http://schemas.microsoft.com/office/drawing/2014/main" id="{2059118E-F62E-29AC-4C51-EA6FE2DD0E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company 4">
            <a:extLst>
              <a:ext uri="{FF2B5EF4-FFF2-40B4-BE49-F238E27FC236}">
                <a16:creationId xmlns:a16="http://schemas.microsoft.com/office/drawing/2014/main" id="{669026E6-B691-7636-C333-AC98A23DAB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11365" y="5746369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itle 4">
            <a:extLst>
              <a:ext uri="{FF2B5EF4-FFF2-40B4-BE49-F238E27FC236}">
                <a16:creationId xmlns:a16="http://schemas.microsoft.com/office/drawing/2014/main" id="{79F0B4CE-A249-4DBC-CAE6-767A286D4C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11365" y="5466523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name 4">
            <a:extLst>
              <a:ext uri="{FF2B5EF4-FFF2-40B4-BE49-F238E27FC236}">
                <a16:creationId xmlns:a16="http://schemas.microsoft.com/office/drawing/2014/main" id="{7F97EE67-32B0-B7C4-4163-CB1F48EB67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11363" y="5159949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 Lastname</a:t>
            </a:r>
          </a:p>
        </p:txBody>
      </p:sp>
      <p:sp>
        <p:nvSpPr>
          <p:cNvPr id="40" name="headshot 4">
            <a:extLst>
              <a:ext uri="{FF2B5EF4-FFF2-40B4-BE49-F238E27FC236}">
                <a16:creationId xmlns:a16="http://schemas.microsoft.com/office/drawing/2014/main" id="{89A7949E-6653-8C9A-B19A-A123AC02677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118173" y="5131410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99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39" name="company 3">
            <a:extLst>
              <a:ext uri="{FF2B5EF4-FFF2-40B4-BE49-F238E27FC236}">
                <a16:creationId xmlns:a16="http://schemas.microsoft.com/office/drawing/2014/main" id="{7BF29A14-60DA-193D-12FE-10642DD8DB2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11365" y="4306591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8" name="title 3">
            <a:extLst>
              <a:ext uri="{FF2B5EF4-FFF2-40B4-BE49-F238E27FC236}">
                <a16:creationId xmlns:a16="http://schemas.microsoft.com/office/drawing/2014/main" id="{0D48642A-8722-7B13-162E-9ED14746D1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11365" y="4026745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name 3">
            <a:extLst>
              <a:ext uri="{FF2B5EF4-FFF2-40B4-BE49-F238E27FC236}">
                <a16:creationId xmlns:a16="http://schemas.microsoft.com/office/drawing/2014/main" id="{2422A9EE-2E1A-9435-D664-B1D7E58FC3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11363" y="3720171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 Lastname</a:t>
            </a:r>
          </a:p>
        </p:txBody>
      </p:sp>
      <p:sp>
        <p:nvSpPr>
          <p:cNvPr id="36" name="headshot 3">
            <a:extLst>
              <a:ext uri="{FF2B5EF4-FFF2-40B4-BE49-F238E27FC236}">
                <a16:creationId xmlns:a16="http://schemas.microsoft.com/office/drawing/2014/main" id="{20D0079E-885B-ACAE-5F4F-04E4573BF1C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118173" y="3691632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99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35" name="company 2">
            <a:extLst>
              <a:ext uri="{FF2B5EF4-FFF2-40B4-BE49-F238E27FC236}">
                <a16:creationId xmlns:a16="http://schemas.microsoft.com/office/drawing/2014/main" id="{97169659-DBAF-0D58-65C8-0C72C974C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11365" y="2866812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4" name="title 2">
            <a:extLst>
              <a:ext uri="{FF2B5EF4-FFF2-40B4-BE49-F238E27FC236}">
                <a16:creationId xmlns:a16="http://schemas.microsoft.com/office/drawing/2014/main" id="{0D56C580-02CB-7BD9-786B-F756F084A5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11365" y="2586966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name 2">
            <a:extLst>
              <a:ext uri="{FF2B5EF4-FFF2-40B4-BE49-F238E27FC236}">
                <a16:creationId xmlns:a16="http://schemas.microsoft.com/office/drawing/2014/main" id="{66722F5F-E16A-C201-11E9-55F9F8B6C7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1363" y="2280392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 Lastname</a:t>
            </a:r>
          </a:p>
        </p:txBody>
      </p:sp>
      <p:sp>
        <p:nvSpPr>
          <p:cNvPr id="24" name="headshot 2">
            <a:extLst>
              <a:ext uri="{FF2B5EF4-FFF2-40B4-BE49-F238E27FC236}">
                <a16:creationId xmlns:a16="http://schemas.microsoft.com/office/drawing/2014/main" id="{95B6C288-DEF7-674B-F143-E6CC0B27F4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18173" y="2251853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99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3" name="company 1">
            <a:extLst>
              <a:ext uri="{FF2B5EF4-FFF2-40B4-BE49-F238E27FC236}">
                <a16:creationId xmlns:a16="http://schemas.microsoft.com/office/drawing/2014/main" id="{2613B899-81B1-B537-786E-79C3A82A3B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1365" y="1427033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FF12E48-BD0F-D37F-35D6-ED2177FCD6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11365" y="1147187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name 1">
            <a:extLst>
              <a:ext uri="{FF2B5EF4-FFF2-40B4-BE49-F238E27FC236}">
                <a16:creationId xmlns:a16="http://schemas.microsoft.com/office/drawing/2014/main" id="{36F500F3-1DD8-3F5C-FB75-18411F7FA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1363" y="840613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Lastname</a:t>
            </a:r>
          </a:p>
        </p:txBody>
      </p:sp>
      <p:sp>
        <p:nvSpPr>
          <p:cNvPr id="11" name="headshot 1">
            <a:extLst>
              <a:ext uri="{FF2B5EF4-FFF2-40B4-BE49-F238E27FC236}">
                <a16:creationId xmlns:a16="http://schemas.microsoft.com/office/drawing/2014/main" id="{DABA9EFA-6F99-A265-5D26-15409B3CC54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18173" y="812074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99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7F3B412-962D-DE17-2BA5-FF79DF7677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3545148"/>
            <a:ext cx="6975173" cy="517065"/>
          </a:xfrm>
        </p:spPr>
        <p:txBody>
          <a:bodyPr wrap="square" lIns="45720" rIns="0">
            <a:sp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793EEC76-2714-989A-8203-355EFF6EF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605660"/>
            <a:ext cx="6975173" cy="939488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CC8E79F7-6824-889D-9F55-63A288F8C3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682452"/>
            <a:ext cx="2590800" cy="45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15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image">
            <a:extLst>
              <a:ext uri="{FF2B5EF4-FFF2-40B4-BE49-F238E27FC236}">
                <a16:creationId xmlns:a16="http://schemas.microsoft.com/office/drawing/2014/main" id="{2059118E-F62E-29AC-4C51-EA6FE2DD0E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name 1">
            <a:extLst>
              <a:ext uri="{FF2B5EF4-FFF2-40B4-BE49-F238E27FC236}">
                <a16:creationId xmlns:a16="http://schemas.microsoft.com/office/drawing/2014/main" id="{36F500F3-1DD8-3F5C-FB75-18411F7FA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1500" y="1510275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01.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1CBBB3C-E00A-6AB5-A365-C51F904FCF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76743"/>
            <a:ext cx="5118100" cy="5693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name 1">
            <a:extLst>
              <a:ext uri="{FF2B5EF4-FFF2-40B4-BE49-F238E27FC236}">
                <a16:creationId xmlns:a16="http://schemas.microsoft.com/office/drawing/2014/main" id="{9B6C6320-3E20-6B9C-FD5C-5FB4B345C7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06499" y="1510275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12" name="name 1">
            <a:extLst>
              <a:ext uri="{FF2B5EF4-FFF2-40B4-BE49-F238E27FC236}">
                <a16:creationId xmlns:a16="http://schemas.microsoft.com/office/drawing/2014/main" id="{D61F80FE-D98A-D86A-ECF3-547FA03C4B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1500" y="1980175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02.</a:t>
            </a:r>
          </a:p>
        </p:txBody>
      </p:sp>
      <p:sp>
        <p:nvSpPr>
          <p:cNvPr id="13" name="name 1">
            <a:extLst>
              <a:ext uri="{FF2B5EF4-FFF2-40B4-BE49-F238E27FC236}">
                <a16:creationId xmlns:a16="http://schemas.microsoft.com/office/drawing/2014/main" id="{7AA6A5E7-7D79-C8CB-4E41-2D3D1DDBC7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06499" y="1980175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14" name="name 1">
            <a:extLst>
              <a:ext uri="{FF2B5EF4-FFF2-40B4-BE49-F238E27FC236}">
                <a16:creationId xmlns:a16="http://schemas.microsoft.com/office/drawing/2014/main" id="{7A1BC1BE-73F1-BB62-60EF-B313852418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1500" y="24531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03.</a:t>
            </a:r>
          </a:p>
        </p:txBody>
      </p:sp>
      <p:sp>
        <p:nvSpPr>
          <p:cNvPr id="15" name="name 1">
            <a:extLst>
              <a:ext uri="{FF2B5EF4-FFF2-40B4-BE49-F238E27FC236}">
                <a16:creationId xmlns:a16="http://schemas.microsoft.com/office/drawing/2014/main" id="{1AE7DC43-A071-C4E8-D067-C021BF3906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06499" y="24531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16" name="name 1">
            <a:extLst>
              <a:ext uri="{FF2B5EF4-FFF2-40B4-BE49-F238E27FC236}">
                <a16:creationId xmlns:a16="http://schemas.microsoft.com/office/drawing/2014/main" id="{3D76A4E1-6236-0D1E-89AC-31205E27AF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1500" y="29230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04.</a:t>
            </a:r>
          </a:p>
        </p:txBody>
      </p:sp>
      <p:sp>
        <p:nvSpPr>
          <p:cNvPr id="17" name="name 1">
            <a:extLst>
              <a:ext uri="{FF2B5EF4-FFF2-40B4-BE49-F238E27FC236}">
                <a16:creationId xmlns:a16="http://schemas.microsoft.com/office/drawing/2014/main" id="{1476B992-C1F5-7AEA-8657-97D552A167A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06499" y="29230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18" name="name 1">
            <a:extLst>
              <a:ext uri="{FF2B5EF4-FFF2-40B4-BE49-F238E27FC236}">
                <a16:creationId xmlns:a16="http://schemas.microsoft.com/office/drawing/2014/main" id="{BA6B0CBC-E8EC-A1DB-F0D7-11CDCF91B6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1501" y="33929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05.</a:t>
            </a:r>
          </a:p>
        </p:txBody>
      </p:sp>
      <p:sp>
        <p:nvSpPr>
          <p:cNvPr id="20" name="name 1">
            <a:extLst>
              <a:ext uri="{FF2B5EF4-FFF2-40B4-BE49-F238E27FC236}">
                <a16:creationId xmlns:a16="http://schemas.microsoft.com/office/drawing/2014/main" id="{97682397-69C3-087B-B03B-8254589A0A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06500" y="33929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21" name="name 1">
            <a:extLst>
              <a:ext uri="{FF2B5EF4-FFF2-40B4-BE49-F238E27FC236}">
                <a16:creationId xmlns:a16="http://schemas.microsoft.com/office/drawing/2014/main" id="{41848B45-377A-A3CF-84EF-F8E7FD40FF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1501" y="38628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06.</a:t>
            </a:r>
          </a:p>
        </p:txBody>
      </p:sp>
      <p:sp>
        <p:nvSpPr>
          <p:cNvPr id="26" name="name 1">
            <a:extLst>
              <a:ext uri="{FF2B5EF4-FFF2-40B4-BE49-F238E27FC236}">
                <a16:creationId xmlns:a16="http://schemas.microsoft.com/office/drawing/2014/main" id="{4ED4EC6D-4828-7B30-4DFB-8D35046AC8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06500" y="38628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27" name="name 1">
            <a:extLst>
              <a:ext uri="{FF2B5EF4-FFF2-40B4-BE49-F238E27FC236}">
                <a16:creationId xmlns:a16="http://schemas.microsoft.com/office/drawing/2014/main" id="{AED4E8F3-AD1B-6AF8-804A-E082944BDB1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71501" y="43327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07.</a:t>
            </a:r>
          </a:p>
        </p:txBody>
      </p:sp>
      <p:sp>
        <p:nvSpPr>
          <p:cNvPr id="28" name="name 1">
            <a:extLst>
              <a:ext uri="{FF2B5EF4-FFF2-40B4-BE49-F238E27FC236}">
                <a16:creationId xmlns:a16="http://schemas.microsoft.com/office/drawing/2014/main" id="{36A0FDAE-3467-5EF9-BA00-1A313A479D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06500" y="43327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29" name="name 1">
            <a:extLst>
              <a:ext uri="{FF2B5EF4-FFF2-40B4-BE49-F238E27FC236}">
                <a16:creationId xmlns:a16="http://schemas.microsoft.com/office/drawing/2014/main" id="{99914519-A56C-38F2-04DD-AD586E9C7FE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71500" y="48026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08.</a:t>
            </a:r>
          </a:p>
        </p:txBody>
      </p:sp>
      <p:sp>
        <p:nvSpPr>
          <p:cNvPr id="30" name="name 1">
            <a:extLst>
              <a:ext uri="{FF2B5EF4-FFF2-40B4-BE49-F238E27FC236}">
                <a16:creationId xmlns:a16="http://schemas.microsoft.com/office/drawing/2014/main" id="{EF116D76-9534-9348-AD1D-367A0FE8A0D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06499" y="48026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45" name="name 1">
            <a:extLst>
              <a:ext uri="{FF2B5EF4-FFF2-40B4-BE49-F238E27FC236}">
                <a16:creationId xmlns:a16="http://schemas.microsoft.com/office/drawing/2014/main" id="{8295DB0D-7773-CC24-0F61-1D77A8F74D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67500" y="1510275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09.</a:t>
            </a:r>
          </a:p>
        </p:txBody>
      </p:sp>
      <p:sp>
        <p:nvSpPr>
          <p:cNvPr id="46" name="name 1">
            <a:extLst>
              <a:ext uri="{FF2B5EF4-FFF2-40B4-BE49-F238E27FC236}">
                <a16:creationId xmlns:a16="http://schemas.microsoft.com/office/drawing/2014/main" id="{949DD0BF-0392-7016-0034-C2E67E4B7C5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302499" y="1510275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47" name="name 1">
            <a:extLst>
              <a:ext uri="{FF2B5EF4-FFF2-40B4-BE49-F238E27FC236}">
                <a16:creationId xmlns:a16="http://schemas.microsoft.com/office/drawing/2014/main" id="{A04A1CA5-CD04-8EB3-3EA1-F3E88273D02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667500" y="1980175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10.</a:t>
            </a:r>
          </a:p>
        </p:txBody>
      </p:sp>
      <p:sp>
        <p:nvSpPr>
          <p:cNvPr id="48" name="name 1">
            <a:extLst>
              <a:ext uri="{FF2B5EF4-FFF2-40B4-BE49-F238E27FC236}">
                <a16:creationId xmlns:a16="http://schemas.microsoft.com/office/drawing/2014/main" id="{C5927698-679A-01D1-1196-E5EACBBE328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2499" y="1980175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49" name="name 1">
            <a:extLst>
              <a:ext uri="{FF2B5EF4-FFF2-40B4-BE49-F238E27FC236}">
                <a16:creationId xmlns:a16="http://schemas.microsoft.com/office/drawing/2014/main" id="{EB4246E9-EF30-1760-FC99-D588BCEC5E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667500" y="24531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11.</a:t>
            </a:r>
          </a:p>
        </p:txBody>
      </p:sp>
      <p:sp>
        <p:nvSpPr>
          <p:cNvPr id="50" name="name 1">
            <a:extLst>
              <a:ext uri="{FF2B5EF4-FFF2-40B4-BE49-F238E27FC236}">
                <a16:creationId xmlns:a16="http://schemas.microsoft.com/office/drawing/2014/main" id="{85F9138B-8EB8-43F9-B91F-F6596D86FD0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02499" y="24531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51" name="name 1">
            <a:extLst>
              <a:ext uri="{FF2B5EF4-FFF2-40B4-BE49-F238E27FC236}">
                <a16:creationId xmlns:a16="http://schemas.microsoft.com/office/drawing/2014/main" id="{3E67A19C-B920-100E-996B-23970FAC8B7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667500" y="29230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12.</a:t>
            </a:r>
          </a:p>
        </p:txBody>
      </p:sp>
      <p:sp>
        <p:nvSpPr>
          <p:cNvPr id="52" name="name 1">
            <a:extLst>
              <a:ext uri="{FF2B5EF4-FFF2-40B4-BE49-F238E27FC236}">
                <a16:creationId xmlns:a16="http://schemas.microsoft.com/office/drawing/2014/main" id="{2315F9A5-0C55-8840-F77A-83E85F4B457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02499" y="29230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53" name="name 1">
            <a:extLst>
              <a:ext uri="{FF2B5EF4-FFF2-40B4-BE49-F238E27FC236}">
                <a16:creationId xmlns:a16="http://schemas.microsoft.com/office/drawing/2014/main" id="{B6BF6DDE-6689-EAB9-77B8-84A2C769125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667501" y="33929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13.</a:t>
            </a:r>
          </a:p>
        </p:txBody>
      </p:sp>
      <p:sp>
        <p:nvSpPr>
          <p:cNvPr id="54" name="name 1">
            <a:extLst>
              <a:ext uri="{FF2B5EF4-FFF2-40B4-BE49-F238E27FC236}">
                <a16:creationId xmlns:a16="http://schemas.microsoft.com/office/drawing/2014/main" id="{B569BE12-6BC0-DDF3-39B8-C6655FF7A56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302500" y="33929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55" name="name 1">
            <a:extLst>
              <a:ext uri="{FF2B5EF4-FFF2-40B4-BE49-F238E27FC236}">
                <a16:creationId xmlns:a16="http://schemas.microsoft.com/office/drawing/2014/main" id="{9C5AB5DF-71CD-DB21-BBAF-7EFA477F6AB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67501" y="38628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14.</a:t>
            </a:r>
          </a:p>
        </p:txBody>
      </p:sp>
      <p:sp>
        <p:nvSpPr>
          <p:cNvPr id="56" name="name 1">
            <a:extLst>
              <a:ext uri="{FF2B5EF4-FFF2-40B4-BE49-F238E27FC236}">
                <a16:creationId xmlns:a16="http://schemas.microsoft.com/office/drawing/2014/main" id="{1E5DBCF5-E2A1-EC00-85EC-D2205B8B75F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302500" y="38628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57" name="name 1">
            <a:extLst>
              <a:ext uri="{FF2B5EF4-FFF2-40B4-BE49-F238E27FC236}">
                <a16:creationId xmlns:a16="http://schemas.microsoft.com/office/drawing/2014/main" id="{8FA6FF75-320F-DF8F-F5C4-C707113F464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667501" y="43327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15.</a:t>
            </a:r>
          </a:p>
        </p:txBody>
      </p:sp>
      <p:sp>
        <p:nvSpPr>
          <p:cNvPr id="58" name="name 1">
            <a:extLst>
              <a:ext uri="{FF2B5EF4-FFF2-40B4-BE49-F238E27FC236}">
                <a16:creationId xmlns:a16="http://schemas.microsoft.com/office/drawing/2014/main" id="{5082DD99-5FAE-894B-2A77-E49DA4774AD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2500" y="43327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59" name="name 1">
            <a:extLst>
              <a:ext uri="{FF2B5EF4-FFF2-40B4-BE49-F238E27FC236}">
                <a16:creationId xmlns:a16="http://schemas.microsoft.com/office/drawing/2014/main" id="{33E344C0-8318-5297-F242-D3FF3262196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667500" y="48026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16.</a:t>
            </a:r>
          </a:p>
        </p:txBody>
      </p:sp>
      <p:sp>
        <p:nvSpPr>
          <p:cNvPr id="60" name="name 1">
            <a:extLst>
              <a:ext uri="{FF2B5EF4-FFF2-40B4-BE49-F238E27FC236}">
                <a16:creationId xmlns:a16="http://schemas.microsoft.com/office/drawing/2014/main" id="{7D09E469-DA35-5D74-C1CC-6122AF4BD0A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302499" y="48026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82764C7F-60A6-C1F6-8D56-345AD5831E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651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0A0A85-5B2B-02A7-8D1B-901F05C5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A91C19-718B-C0A3-B4FD-40245C0A7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37AE955C-304A-10DB-3B90-EA3D3815BA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031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content_left_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468599"/>
            <a:ext cx="5153439" cy="4712420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0A0A85-5B2B-02A7-8D1B-901F05C5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A91C19-718B-C0A3-B4FD-40245C0A7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AC3448A7-7660-8806-18F9-5F8514565FA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467064" y="1468599"/>
            <a:ext cx="5153439" cy="4712420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6C1975F6-D5C8-0587-6ABD-AC2B8DFD53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689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_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E59CA-88B5-ACE6-159C-505D408D5C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ctr">
              <a:buNone/>
              <a:defRPr b="0" i="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0A0A85-5B2B-02A7-8D1B-901F05C5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8619473A-44FC-CFCD-27B9-277DB2530F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68468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400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+eyebrow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24FCDD-D724-AA1E-8FDE-A01E111214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783079"/>
            <a:ext cx="11049000" cy="4397939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0A0A85-5B2B-02A7-8D1B-901F05C5A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86384"/>
            <a:ext cx="11049000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EC367CEF-2597-C9E5-B001-CF5793F1F6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398571"/>
            <a:ext cx="110490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17C3FDD0-41FA-B04E-BF0E-BFC3A3262B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149961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777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+eyebrow_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783079"/>
            <a:ext cx="11049000" cy="4397939"/>
          </a:xfrm>
        </p:spPr>
        <p:txBody>
          <a:bodyPr/>
          <a:lstStyle>
            <a:lvl1pPr marL="0" indent="0" algn="ctr">
              <a:buNone/>
              <a:defRPr b="0" i="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8663A2-5018-36EA-8BDB-C92581E17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86384"/>
            <a:ext cx="11049000" cy="56938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EC367CEF-2597-C9E5-B001-CF5793F1F6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0352" y="398571"/>
            <a:ext cx="11090148" cy="258532"/>
          </a:xfrm>
          <a:noFill/>
        </p:spPr>
        <p:txBody>
          <a:bodyPr wrap="square" lIns="27432" tIns="0" bIns="0">
            <a:spAutoFit/>
          </a:bodyPr>
          <a:lstStyle>
            <a:lvl1pPr marL="0" indent="0" algn="ctr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23320-B1F7-EA30-2FB9-E56952F92CE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FF83E9B9-0F4D-1B06-F758-521D4D1E74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68468" y="149961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3166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>
            <a:extLst>
              <a:ext uri="{FF2B5EF4-FFF2-40B4-BE49-F238E27FC236}">
                <a16:creationId xmlns:a16="http://schemas.microsoft.com/office/drawing/2014/main" id="{5E237330-AADC-C06E-9787-A03BA802E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CC2D1-C2A7-6CFB-7227-3636510A49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99CFE95A-13B9-4253-91BE-ABDE63E980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933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EFF4B5-4B4E-D460-A0A9-500CD2D64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5997E-E95C-D99F-8F43-C7527B2995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66B8FBE3-6D64-6061-9825-4D2AE5EF1F9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68468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6394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eyebrow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A0A0A85-5B2B-02A7-8D1B-901F05C5A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86384"/>
            <a:ext cx="11049000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EC367CEF-2597-C9E5-B001-CF5793F1F6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398571"/>
            <a:ext cx="11096244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24FCDD-D724-AA1E-8FDE-A01E111214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A5BEED3B-1D9D-DDC7-594B-08EE644093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149961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1204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eyebrow_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EC367CEF-2597-C9E5-B001-CF5793F1F6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0352" y="398571"/>
            <a:ext cx="11137392" cy="258532"/>
          </a:xfrm>
          <a:noFill/>
        </p:spPr>
        <p:txBody>
          <a:bodyPr lIns="27432" tIns="0" bIns="0">
            <a:spAutoFit/>
          </a:bodyPr>
          <a:lstStyle>
            <a:lvl1pPr marL="0" indent="0" algn="ctr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8663A2-5018-36EA-8BDB-C92581E17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86384"/>
            <a:ext cx="11049000" cy="56938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23320-B1F7-EA30-2FB9-E56952F92CE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ECFD0C25-EFA1-A3D6-9F0B-A66CAB0DDE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68468" y="149961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9138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middle aligned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F29D-7974-AC69-2BA4-4DFDDE0E7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799964"/>
            <a:ext cx="5524500" cy="56938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950F2-DF96-3ABE-C949-56887FF70C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ACFBE0BF-BEFD-E777-1AE8-EA3794CEA4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351129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9899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middle aligned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287087-3216-8647-BC51-886221063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1828" y="2799964"/>
            <a:ext cx="5408672" cy="56938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99EC9-51EE-E5F7-D2F0-36D439474C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5D71FD68-E5FD-064E-14DD-C072BCF454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1828" y="351129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47565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+eyebrow_middle aligned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ubcopy">
            <a:extLst>
              <a:ext uri="{FF2B5EF4-FFF2-40B4-BE49-F238E27FC236}">
                <a16:creationId xmlns:a16="http://schemas.microsoft.com/office/drawing/2014/main" id="{C9C90CE5-1345-83E5-C8CA-B5F147DD28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1500" y="3533274"/>
            <a:ext cx="5524500" cy="738664"/>
          </a:xfrm>
        </p:spPr>
        <p:txBody>
          <a:bodyPr wrap="square">
            <a:spAutoFit/>
          </a:bodyPr>
          <a:lstStyle>
            <a:lvl1pPr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26" name="eyebrow">
            <a:extLst>
              <a:ext uri="{FF2B5EF4-FFF2-40B4-BE49-F238E27FC236}">
                <a16:creationId xmlns:a16="http://schemas.microsoft.com/office/drawing/2014/main" id="{C72C4DF7-B9A6-66FC-3D05-B134B1D23C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2148840"/>
            <a:ext cx="55245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407AB-2B35-185A-F7CE-B99F26DE75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532888"/>
            <a:ext cx="5524500" cy="56938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4C472-462E-32D5-362E-FABCDA24004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EC770130-C482-6ED6-77C3-9F99679D8A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500" y="3246120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2650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_middle aligned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copy">
            <a:extLst>
              <a:ext uri="{FF2B5EF4-FFF2-40B4-BE49-F238E27FC236}">
                <a16:creationId xmlns:a16="http://schemas.microsoft.com/office/drawing/2014/main" id="{12BFBEE6-A87C-AA15-0D8E-821F2AC831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2166" y="3529584"/>
            <a:ext cx="5408334" cy="738664"/>
          </a:xfrm>
        </p:spPr>
        <p:txBody>
          <a:bodyPr wrap="square">
            <a:spAutoFit/>
          </a:bodyPr>
          <a:lstStyle>
            <a:lvl1pPr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FF7A4350-6FAD-EB0D-4290-EDB9A0CDC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2166" y="2532888"/>
            <a:ext cx="5408334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eyebrow">
            <a:extLst>
              <a:ext uri="{FF2B5EF4-FFF2-40B4-BE49-F238E27FC236}">
                <a16:creationId xmlns:a16="http://schemas.microsoft.com/office/drawing/2014/main" id="{C72C4DF7-B9A6-66FC-3D05-B134B1D23C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2166" y="2148840"/>
            <a:ext cx="5408334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027B0-9400-AE33-A0C7-7B38C8783A2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D2114918-CB43-23E2-6096-3BCB6E2C203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12166" y="3246120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2037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+eyebrow_middle aligned_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copy">
            <a:extLst>
              <a:ext uri="{FF2B5EF4-FFF2-40B4-BE49-F238E27FC236}">
                <a16:creationId xmlns:a16="http://schemas.microsoft.com/office/drawing/2014/main" id="{FF3EF05D-771E-0BDE-2C9E-FF8BA7150F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51100" y="3529584"/>
            <a:ext cx="7289800" cy="738664"/>
          </a:xfrm>
        </p:spPr>
        <p:txBody>
          <a:bodyPr wrap="square">
            <a:spAutoFit/>
          </a:bodyPr>
          <a:lstStyle>
            <a:lvl1pPr marL="0" indent="0" algn="ctr">
              <a:buNone/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A6D4F3EA-49B6-107F-387B-83E059E53E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1100" y="2148840"/>
            <a:ext cx="7289800" cy="258532"/>
          </a:xfrm>
          <a:noFill/>
        </p:spPr>
        <p:txBody>
          <a:bodyPr wrap="square" lIns="27432" tIns="0" bIns="0">
            <a:spAutoFit/>
          </a:bodyPr>
          <a:lstStyle>
            <a:lvl1pPr marL="0" indent="0" algn="ctr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887DD-4D22-27A1-A4D4-F82DA8AF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532888"/>
            <a:ext cx="9144000" cy="56938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FB966-A2B4-3647-2F81-A7FA5AF3865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4A11BCDA-9063-F6FC-18EC-D52E4C10EE3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68468" y="3246120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41465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image">
            <a:extLst>
              <a:ext uri="{FF2B5EF4-FFF2-40B4-BE49-F238E27FC236}">
                <a16:creationId xmlns:a16="http://schemas.microsoft.com/office/drawing/2014/main" id="{1BDC700E-5B6A-6088-DA39-4A83EF5FB5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087AC4-D13F-1E7B-8850-F9464F211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049097"/>
            <a:ext cx="11049000" cy="996427"/>
          </a:xfrm>
        </p:spPr>
        <p:txBody>
          <a:bodyPr/>
          <a:lstStyle>
            <a:lvl1pPr algn="ctr"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heading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7B13DA42-A185-5F72-30C7-7F14DAEF13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3000" y="3282045"/>
            <a:ext cx="2286000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98589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image">
            <a:extLst>
              <a:ext uri="{FF2B5EF4-FFF2-40B4-BE49-F238E27FC236}">
                <a16:creationId xmlns:a16="http://schemas.microsoft.com/office/drawing/2014/main" id="{53E76760-EF16-D967-9BE3-7C3A868457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11" name="subcopy">
            <a:extLst>
              <a:ext uri="{FF2B5EF4-FFF2-40B4-BE49-F238E27FC236}">
                <a16:creationId xmlns:a16="http://schemas.microsoft.com/office/drawing/2014/main" id="{0B3545C7-9EF8-ED7D-6C07-C76BB3437E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51100" y="3501813"/>
            <a:ext cx="7289800" cy="738664"/>
          </a:xfr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B2DEF-4726-65DE-64A2-EB96D4176D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855486"/>
            <a:ext cx="11049000" cy="996427"/>
          </a:xfrm>
        </p:spPr>
        <p:txBody>
          <a:bodyPr/>
          <a:lstStyle>
            <a:lvl1pPr algn="ctr"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heading</a:t>
            </a:r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69F46EB-4D76-BD4D-23DE-1092ABA076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1100" y="1400139"/>
            <a:ext cx="7289800" cy="258532"/>
          </a:xfrm>
          <a:noFill/>
        </p:spPr>
        <p:txBody>
          <a:bodyPr lIns="27432" tIns="0" bIns="0">
            <a:spAutoFit/>
          </a:bodyPr>
          <a:lstStyle>
            <a:lvl1pPr marL="0" indent="0" algn="ctr">
              <a:buNone/>
              <a:defRPr lang="en-US" sz="1400" b="0" i="0" cap="all" spc="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7DC8B3A2-AB0C-7A80-A197-A19B1B0332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3000" y="3058810"/>
            <a:ext cx="2286000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73253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+phot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7B7568F9-ED9E-2C5C-BF10-52A8695990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ln w="76200">
            <a:noFill/>
          </a:ln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alpha val="30000"/>
                  </a:schemeClr>
                </a:solidFill>
              </a:defRPr>
            </a:lvl1pPr>
          </a:lstStyle>
          <a:p>
            <a:r>
              <a:rPr lang="en-US"/>
              <a:t>Insert picture, then right click the image &gt; send to back </a:t>
            </a:r>
          </a:p>
        </p:txBody>
      </p:sp>
      <p:sp>
        <p:nvSpPr>
          <p:cNvPr id="6" name="dark overlay">
            <a:extLst>
              <a:ext uri="{FF2B5EF4-FFF2-40B4-BE49-F238E27FC236}">
                <a16:creationId xmlns:a16="http://schemas.microsoft.com/office/drawing/2014/main" id="{9BF7E4F5-7DB5-7E82-588B-23DCED3BF9C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0" y="0"/>
            <a:ext cx="12191999" cy="6858000"/>
          </a:xfrm>
          <a:solidFill>
            <a:schemeClr val="tx1">
              <a:alpha val="70000"/>
            </a:schemeClr>
          </a:solidFill>
          <a:ln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b="0" i="0">
                <a:noFill/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1" name="subcopy">
            <a:extLst>
              <a:ext uri="{FF2B5EF4-FFF2-40B4-BE49-F238E27FC236}">
                <a16:creationId xmlns:a16="http://schemas.microsoft.com/office/drawing/2014/main" id="{0C60EFD0-F9C3-B44C-E6DC-D954EC04A2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51100" y="4070620"/>
            <a:ext cx="7289800" cy="738664"/>
          </a:xfr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78B8523-D6CA-2BE6-CE12-7A132BEEF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424293"/>
            <a:ext cx="11049000" cy="996427"/>
          </a:xfrm>
        </p:spPr>
        <p:txBody>
          <a:bodyPr/>
          <a:lstStyle>
            <a:lvl1pPr algn="ctr"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heading</a:t>
            </a:r>
          </a:p>
        </p:txBody>
      </p:sp>
      <p:sp>
        <p:nvSpPr>
          <p:cNvPr id="24" name="eyebrow">
            <a:extLst>
              <a:ext uri="{FF2B5EF4-FFF2-40B4-BE49-F238E27FC236}">
                <a16:creationId xmlns:a16="http://schemas.microsoft.com/office/drawing/2014/main" id="{E1000F76-DB4D-F0CE-6420-1944EB67BE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1100" y="1968946"/>
            <a:ext cx="7289800" cy="258532"/>
          </a:xfrm>
          <a:noFill/>
        </p:spPr>
        <p:txBody>
          <a:bodyPr lIns="27432" tIns="0" bIns="0">
            <a:spAutoFit/>
          </a:bodyPr>
          <a:lstStyle>
            <a:lvl1pPr marL="0" indent="0" algn="ctr">
              <a:buNone/>
              <a:defRPr lang="en-US" sz="1400" b="0" i="0" cap="all" spc="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90BDFE00-6405-8692-F99F-5C461AA359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999" y="3657600"/>
            <a:ext cx="2286000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6492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+photo background_skew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7B7568F9-ED9E-2C5C-BF10-52A8695990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ln w="76200">
            <a:noFill/>
          </a:ln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alpha val="29804"/>
                  </a:schemeClr>
                </a:solidFill>
              </a:defRPr>
            </a:lvl1pPr>
          </a:lstStyle>
          <a:p>
            <a:r>
              <a:rPr lang="en-US" dirty="0"/>
              <a:t>Insert picture, then right click the image &gt; send to back </a:t>
            </a:r>
          </a:p>
        </p:txBody>
      </p:sp>
      <p:sp>
        <p:nvSpPr>
          <p:cNvPr id="5" name="dark overlay">
            <a:extLst>
              <a:ext uri="{FF2B5EF4-FFF2-40B4-BE49-F238E27FC236}">
                <a16:creationId xmlns:a16="http://schemas.microsoft.com/office/drawing/2014/main" id="{FF8266B5-5651-B1CE-6DB0-45A8E5BBCA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0" y="0"/>
            <a:ext cx="12191999" cy="6858000"/>
          </a:xfrm>
          <a:solidFill>
            <a:schemeClr val="tx1">
              <a:alpha val="70000"/>
            </a:schemeClr>
          </a:solidFill>
          <a:ln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b="0" i="0">
                <a:noFill/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72811803-08D3-B0E1-AEDE-5697308D836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23965" y="5262662"/>
            <a:ext cx="4796535" cy="1107996"/>
          </a:xfrm>
        </p:spPr>
        <p:txBody>
          <a:bodyPr wrap="square" anchor="b">
            <a:sp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sed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45E5333-FEAB-70A2-AF36-17CE6F97C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896542"/>
            <a:ext cx="7289800" cy="1516569"/>
          </a:xfrm>
        </p:spPr>
        <p:txBody>
          <a:bodyPr wrap="square" anchor="t">
            <a:spAutoFit/>
          </a:bodyPr>
          <a:lstStyle>
            <a:lvl1pPr>
              <a:defRPr sz="54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eyebrow">
            <a:extLst>
              <a:ext uri="{FF2B5EF4-FFF2-40B4-BE49-F238E27FC236}">
                <a16:creationId xmlns:a16="http://schemas.microsoft.com/office/drawing/2014/main" id="{CFE0FEFE-0457-2806-2B6F-6651F58D9B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441076"/>
            <a:ext cx="72898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Eyebrow Heading</a:t>
            </a:r>
          </a:p>
        </p:txBody>
      </p:sp>
    </p:spTree>
    <p:extLst>
      <p:ext uri="{BB962C8B-B14F-4D97-AF65-F5344CB8AC3E}">
        <p14:creationId xmlns:p14="http://schemas.microsoft.com/office/powerpoint/2010/main" val="4921005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22AF5DE3-336B-F4B9-2F01-8464E420310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ln w="76200">
            <a:noFill/>
          </a:ln>
        </p:spPr>
        <p:txBody>
          <a:bodyPr vert="horz" lIns="27432" tIns="0" rIns="27432" bIns="0" rtlCol="0">
            <a:noAutofit/>
          </a:bodyPr>
          <a:lstStyle>
            <a:lvl1pPr marL="0" indent="0">
              <a:buNone/>
              <a:defRPr lang="en-US" sz="1400" b="0" i="0">
                <a:solidFill>
                  <a:schemeClr val="bg1">
                    <a:alpha val="30000"/>
                  </a:schemeClr>
                </a:solidFill>
              </a:defRPr>
            </a:lvl1pPr>
          </a:lstStyle>
          <a:p>
            <a:pPr lvl="0" algn="ctr"/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113442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imag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F2684A36-1654-CB6F-FBB3-8A753A2C30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270" y="0"/>
            <a:ext cx="12190731" cy="6857999"/>
          </a:xfrm>
          <a:prstGeom prst="rect">
            <a:avLst/>
          </a:prstGeom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F3F2AE9E-3F37-9133-2E6A-6C6365D5F9D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subcopy">
            <a:extLst>
              <a:ext uri="{FF2B5EF4-FFF2-40B4-BE49-F238E27FC236}">
                <a16:creationId xmlns:a16="http://schemas.microsoft.com/office/drawing/2014/main" id="{96E7E1F2-9A8A-77E0-1E40-9DA8F5E7CA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1500" y="3692953"/>
            <a:ext cx="5118100" cy="738664"/>
          </a:xfrm>
        </p:spPr>
        <p:txBody>
          <a:bodyPr wrap="square">
            <a:spAutoFit/>
          </a:bodyPr>
          <a:lstStyle>
            <a:lvl1pPr>
              <a:buClr>
                <a:schemeClr val="bg1"/>
              </a:buCl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19" name="eyebrow">
            <a:extLst>
              <a:ext uri="{FF2B5EF4-FFF2-40B4-BE49-F238E27FC236}">
                <a16:creationId xmlns:a16="http://schemas.microsoft.com/office/drawing/2014/main" id="{A7B8DB46-B660-CE14-82BE-F6456909AF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2295699"/>
            <a:ext cx="51181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E4F7D38-08DE-082B-4798-6A0AE0384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700168"/>
            <a:ext cx="5118100" cy="5693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image 1">
            <a:extLst>
              <a:ext uri="{FF2B5EF4-FFF2-40B4-BE49-F238E27FC236}">
                <a16:creationId xmlns:a16="http://schemas.microsoft.com/office/drawing/2014/main" id="{E8023810-C8D9-06F3-F514-EAC505D74F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21360"/>
            <a:ext cx="6096000" cy="3415280"/>
          </a:xfrm>
          <a:prstGeom prst="rect">
            <a:avLst/>
          </a:prstGeom>
          <a:noFill/>
          <a:ln w="15875">
            <a:noFill/>
            <a:miter lim="800000"/>
          </a:ln>
          <a:effectLst>
            <a:outerShdw blurRad="1270000" dist="10160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b="0" i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B16A7679-0BD8-D041-7C1C-6B4D70E6B260}"/>
              </a:ext>
            </a:extLst>
          </p:cNvPr>
          <p:cNvSpPr txBox="1">
            <a:spLocks/>
          </p:cNvSpPr>
          <p:nvPr userDrawn="1"/>
        </p:nvSpPr>
        <p:spPr>
          <a:xfrm>
            <a:off x="11605766" y="6415772"/>
            <a:ext cx="372154" cy="212366"/>
          </a:xfrm>
          <a:prstGeom prst="rect">
            <a:avLst/>
          </a:prstGeom>
          <a:noFill/>
          <a:ln>
            <a:solidFill>
              <a:schemeClr val="bg1">
                <a:alpha val="0"/>
              </a:schemeClr>
            </a:solidFill>
          </a:ln>
        </p:spPr>
        <p:txBody>
          <a:bodyPr vert="horz" wrap="square" lIns="0" tIns="0" rIns="0" bIns="27432" rtlCol="0" anchor="ctr">
            <a:spAutoFit/>
          </a:bodyPr>
          <a:lstStyle>
            <a:defPPr>
              <a:defRPr lang="en-US"/>
            </a:defPPr>
            <a:lvl1pPr marL="0" algn="l" defTabSz="913569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6783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569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354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138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922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0707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7492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4275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logo lockup">
            <a:extLst>
              <a:ext uri="{FF2B5EF4-FFF2-40B4-BE49-F238E27FC236}">
                <a16:creationId xmlns:a16="http://schemas.microsoft.com/office/drawing/2014/main" id="{FDED8530-E59E-8E71-C11E-01F9E98F8A87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</p:grpSpPr>
        <p:cxnSp>
          <p:nvCxnSpPr>
            <p:cNvPr id="7" name="line">
              <a:extLst>
                <a:ext uri="{FF2B5EF4-FFF2-40B4-BE49-F238E27FC236}">
                  <a16:creationId xmlns:a16="http://schemas.microsoft.com/office/drawing/2014/main" id="{8900FA3A-5F8D-65A1-E09E-ECA886F4DF2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ln w="12700">
              <a:solidFill>
                <a:schemeClr val="bg1"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449CC19E-5980-95C9-9AA4-D0557AF457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9" name="divider">
            <a:extLst>
              <a:ext uri="{FF2B5EF4-FFF2-40B4-BE49-F238E27FC236}">
                <a16:creationId xmlns:a16="http://schemas.microsoft.com/office/drawing/2014/main" id="{909EAC76-8896-2A60-492E-AF7FC972AB8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500" y="3410712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73430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imag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g">
            <a:extLst>
              <a:ext uri="{FF2B5EF4-FFF2-40B4-BE49-F238E27FC236}">
                <a16:creationId xmlns:a16="http://schemas.microsoft.com/office/drawing/2014/main" id="{76584151-16EE-D6B1-F662-410C5C5695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0731" cy="6857999"/>
          </a:xfrm>
          <a:prstGeom prst="rect">
            <a:avLst/>
          </a:prstGeom>
        </p:spPr>
      </p:pic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721360"/>
            <a:ext cx="6096000" cy="3415280"/>
          </a:xfrm>
          <a:prstGeom prst="rect">
            <a:avLst/>
          </a:prstGeom>
          <a:noFill/>
          <a:ln w="15875">
            <a:noFill/>
            <a:miter lim="800000"/>
          </a:ln>
          <a:effectLst>
            <a:outerShdw blurRad="1270000" dist="10160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b="0" i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" name="subcopy">
            <a:extLst>
              <a:ext uri="{FF2B5EF4-FFF2-40B4-BE49-F238E27FC236}">
                <a16:creationId xmlns:a16="http://schemas.microsoft.com/office/drawing/2014/main" id="{9B229D23-2E12-E020-E150-C2C62EE4DD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67500" y="3692953"/>
            <a:ext cx="4953000" cy="738664"/>
          </a:xfrm>
        </p:spPr>
        <p:txBody>
          <a:bodyPr wrap="square">
            <a:spAutoFit/>
          </a:bodyPr>
          <a:lstStyle>
            <a:lvl1pPr>
              <a:buClr>
                <a:schemeClr val="bg1"/>
              </a:buCl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8" name="eyebrow">
            <a:extLst>
              <a:ext uri="{FF2B5EF4-FFF2-40B4-BE49-F238E27FC236}">
                <a16:creationId xmlns:a16="http://schemas.microsoft.com/office/drawing/2014/main" id="{349BFD03-6E36-4280-A77E-6330135B8F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500" y="2295699"/>
            <a:ext cx="49530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A5F9C6-D26E-87B0-B82F-C9CD6BF54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7500" y="2700168"/>
            <a:ext cx="4953000" cy="5693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655A96-54FA-80FD-7D6E-4AD7A9B8B4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logo lockup">
            <a:extLst>
              <a:ext uri="{FF2B5EF4-FFF2-40B4-BE49-F238E27FC236}">
                <a16:creationId xmlns:a16="http://schemas.microsoft.com/office/drawing/2014/main" id="{DABDF232-1B11-2C6B-6A67-67C41ECCEBED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</p:grpSpPr>
        <p:cxnSp>
          <p:nvCxnSpPr>
            <p:cNvPr id="7" name="line">
              <a:extLst>
                <a:ext uri="{FF2B5EF4-FFF2-40B4-BE49-F238E27FC236}">
                  <a16:creationId xmlns:a16="http://schemas.microsoft.com/office/drawing/2014/main" id="{5A63FBEA-921C-E2D3-42E1-87F4E3522D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ln w="12700">
              <a:solidFill>
                <a:schemeClr val="bg1"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logo">
              <a:extLst>
                <a:ext uri="{FF2B5EF4-FFF2-40B4-BE49-F238E27FC236}">
                  <a16:creationId xmlns:a16="http://schemas.microsoft.com/office/drawing/2014/main" id="{D2060041-206E-30B8-79F3-982CBA7D02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4" name="divider">
            <a:extLst>
              <a:ext uri="{FF2B5EF4-FFF2-40B4-BE49-F238E27FC236}">
                <a16:creationId xmlns:a16="http://schemas.microsoft.com/office/drawing/2014/main" id="{820594ED-5374-E359-46A7-7A0FCC3249C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67500" y="3410712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58591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image_lef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rd 1">
            <a:extLst>
              <a:ext uri="{FF2B5EF4-FFF2-40B4-BE49-F238E27FC236}">
                <a16:creationId xmlns:a16="http://schemas.microsoft.com/office/drawing/2014/main" id="{956CAF3D-4CDA-F64F-C864-C7658B4F1C2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766050" y="1533198"/>
            <a:ext cx="5330952" cy="3557016"/>
          </a:xfrm>
          <a:prstGeom prst="roundRect">
            <a:avLst>
              <a:gd name="adj" fmla="val 2756"/>
            </a:avLst>
          </a:prstGeom>
          <a:gradFill>
            <a:gsLst>
              <a:gs pos="95000">
                <a:schemeClr val="accent3"/>
              </a:gs>
              <a:gs pos="6000">
                <a:schemeClr val="accent6"/>
              </a:gs>
            </a:gsLst>
            <a:lin ang="6000000" scaled="0"/>
          </a:gradFill>
          <a:ln w="12700">
            <a:solidFill>
              <a:schemeClr val="bg1">
                <a:alpha val="0"/>
              </a:schemeClr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None/>
              <a:defRPr lang="en-US" sz="1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algn="ct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en-US"/>
              <a:t>.</a:t>
            </a:r>
          </a:p>
        </p:txBody>
      </p:sp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500" y="1338647"/>
            <a:ext cx="5329950" cy="3557016"/>
          </a:xfrm>
          <a:prstGeom prst="roundRect">
            <a:avLst>
              <a:gd name="adj" fmla="val 275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b="0" i="0">
                <a:noFill/>
              </a:defRPr>
            </a:lvl1pPr>
          </a:lstStyle>
          <a:p>
            <a:pPr marL="182880" lvl="0" indent="-182880" algn="ctr"/>
            <a:r>
              <a:rPr lang="en-US"/>
              <a:t>Click icon to add picture</a:t>
            </a:r>
          </a:p>
        </p:txBody>
      </p:sp>
      <p:sp>
        <p:nvSpPr>
          <p:cNvPr id="3" name="subcopy">
            <a:extLst>
              <a:ext uri="{FF2B5EF4-FFF2-40B4-BE49-F238E27FC236}">
                <a16:creationId xmlns:a16="http://schemas.microsoft.com/office/drawing/2014/main" id="{9B229D23-2E12-E020-E150-C2C62EE4DD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67500" y="3540553"/>
            <a:ext cx="4953000" cy="738664"/>
          </a:xfrm>
        </p:spPr>
        <p:txBody>
          <a:bodyPr wrap="square">
            <a:spAutoFit/>
          </a:bodyPr>
          <a:lstStyle>
            <a:lvl1pPr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8" name="eyebrow">
            <a:extLst>
              <a:ext uri="{FF2B5EF4-FFF2-40B4-BE49-F238E27FC236}">
                <a16:creationId xmlns:a16="http://schemas.microsoft.com/office/drawing/2014/main" id="{349BFD03-6E36-4280-A77E-6330135B8F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500" y="2143299"/>
            <a:ext cx="49530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A5F9C6-D26E-87B0-B82F-C9CD6BF54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7500" y="2547768"/>
            <a:ext cx="4953000" cy="56938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655A96-54FA-80FD-7D6E-4AD7A9B8B4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4FAC146-AC8E-3922-F5F6-DEC140163E4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667500" y="3255264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83825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+image_lef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rd 1">
            <a:extLst>
              <a:ext uri="{FF2B5EF4-FFF2-40B4-BE49-F238E27FC236}">
                <a16:creationId xmlns:a16="http://schemas.microsoft.com/office/drawing/2014/main" id="{956CAF3D-4CDA-F64F-C864-C7658B4F1C2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290550" y="1533198"/>
            <a:ext cx="5330952" cy="3557016"/>
          </a:xfrm>
          <a:prstGeom prst="roundRect">
            <a:avLst>
              <a:gd name="adj" fmla="val 2756"/>
            </a:avLst>
          </a:prstGeom>
          <a:gradFill>
            <a:gsLst>
              <a:gs pos="95000">
                <a:schemeClr val="accent3"/>
              </a:gs>
              <a:gs pos="6000">
                <a:schemeClr val="accent6"/>
              </a:gs>
            </a:gsLst>
            <a:lin ang="6000000" scaled="0"/>
          </a:gradFill>
          <a:ln w="12700">
            <a:solidFill>
              <a:schemeClr val="bg1">
                <a:alpha val="0"/>
              </a:schemeClr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None/>
              <a:defRPr lang="en-US" sz="1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algn="ct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en-US"/>
              <a:t>.</a:t>
            </a:r>
          </a:p>
        </p:txBody>
      </p:sp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338647"/>
            <a:ext cx="5329950" cy="3557016"/>
          </a:xfrm>
          <a:prstGeom prst="roundRect">
            <a:avLst>
              <a:gd name="adj" fmla="val 275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b="0" i="0">
                <a:noFill/>
              </a:defRPr>
            </a:lvl1pPr>
          </a:lstStyle>
          <a:p>
            <a:pPr marL="182880" lvl="0" indent="-182880" algn="ctr"/>
            <a:r>
              <a:rPr lang="en-US"/>
              <a:t>Click icon to add picture</a:t>
            </a:r>
          </a:p>
        </p:txBody>
      </p:sp>
      <p:sp>
        <p:nvSpPr>
          <p:cNvPr id="3" name="subcopy">
            <a:extLst>
              <a:ext uri="{FF2B5EF4-FFF2-40B4-BE49-F238E27FC236}">
                <a16:creationId xmlns:a16="http://schemas.microsoft.com/office/drawing/2014/main" id="{9B229D23-2E12-E020-E150-C2C62EE4DD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1500" y="3540553"/>
            <a:ext cx="4953000" cy="738664"/>
          </a:xfrm>
        </p:spPr>
        <p:txBody>
          <a:bodyPr wrap="square">
            <a:spAutoFit/>
          </a:bodyPr>
          <a:lstStyle>
            <a:lvl1pPr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8" name="eyebrow">
            <a:extLst>
              <a:ext uri="{FF2B5EF4-FFF2-40B4-BE49-F238E27FC236}">
                <a16:creationId xmlns:a16="http://schemas.microsoft.com/office/drawing/2014/main" id="{349BFD03-6E36-4280-A77E-6330135B8F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2143299"/>
            <a:ext cx="49530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A5F9C6-D26E-87B0-B82F-C9CD6BF54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547768"/>
            <a:ext cx="4953000" cy="56938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6A807-2F35-E1C3-087C-84EA33FB8D83}"/>
              </a:ext>
            </a:extLst>
          </p:cNvPr>
          <p:cNvSpPr>
            <a:spLocks noGrp="1"/>
          </p:cNvSpPr>
          <p:nvPr>
            <p:ph type="sldNum" sz="quarter" idx="11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23FAD650-FD56-CCC2-8301-6F6C06FF893E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570498" y="3255264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37198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+icons+sideb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10729" y="0"/>
            <a:ext cx="4081271" cy="6858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4" name="icon box 4">
            <a:extLst>
              <a:ext uri="{FF2B5EF4-FFF2-40B4-BE49-F238E27FC236}">
                <a16:creationId xmlns:a16="http://schemas.microsoft.com/office/drawing/2014/main" id="{4B93468A-2E51-C5DE-776C-80CA0B8EE1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0669" y="5235838"/>
            <a:ext cx="692031" cy="692031"/>
          </a:xfrm>
          <a:prstGeom prst="roundRect">
            <a:avLst>
              <a:gd name="adj" fmla="val 12700"/>
            </a:avLst>
          </a:prstGeom>
          <a:solidFill>
            <a:schemeClr val="accent6"/>
          </a:solidFill>
          <a:ln w="12700">
            <a:solidFill>
              <a:schemeClr val="bg1">
                <a:alpha val="0"/>
              </a:schemeClr>
            </a:solidFill>
            <a:miter lim="800000"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4" name="icon 4">
            <a:extLst>
              <a:ext uri="{FF2B5EF4-FFF2-40B4-BE49-F238E27FC236}">
                <a16:creationId xmlns:a16="http://schemas.microsoft.com/office/drawing/2014/main" id="{E0F395C5-C733-EE91-BEB8-424C8E21158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1185" y="5327167"/>
            <a:ext cx="510999" cy="50937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icon box 3">
            <a:extLst>
              <a:ext uri="{FF2B5EF4-FFF2-40B4-BE49-F238E27FC236}">
                <a16:creationId xmlns:a16="http://schemas.microsoft.com/office/drawing/2014/main" id="{FA46EDB3-E08F-6F70-A494-EAD4AB88EA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0669" y="4321823"/>
            <a:ext cx="692031" cy="692031"/>
          </a:xfrm>
          <a:prstGeom prst="roundRect">
            <a:avLst>
              <a:gd name="adj" fmla="val 12700"/>
            </a:avLst>
          </a:prstGeom>
          <a:solidFill>
            <a:schemeClr val="accent4"/>
          </a:solidFill>
          <a:ln w="12700">
            <a:solidFill>
              <a:schemeClr val="bg1">
                <a:alpha val="0"/>
              </a:schemeClr>
            </a:solidFill>
            <a:miter lim="800000"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3" name="icon 3">
            <a:extLst>
              <a:ext uri="{FF2B5EF4-FFF2-40B4-BE49-F238E27FC236}">
                <a16:creationId xmlns:a16="http://schemas.microsoft.com/office/drawing/2014/main" id="{24D9F2D0-44DA-0689-63B2-2DF0F4E7D8B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1185" y="4413152"/>
            <a:ext cx="510999" cy="50937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icon box 2">
            <a:extLst>
              <a:ext uri="{FF2B5EF4-FFF2-40B4-BE49-F238E27FC236}">
                <a16:creationId xmlns:a16="http://schemas.microsoft.com/office/drawing/2014/main" id="{F311E8C7-AC60-767B-BC46-46C1E60E6B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669" y="3407807"/>
            <a:ext cx="692031" cy="692031"/>
          </a:xfrm>
          <a:prstGeom prst="roundRect">
            <a:avLst>
              <a:gd name="adj" fmla="val 12700"/>
            </a:avLst>
          </a:prstGeom>
          <a:solidFill>
            <a:schemeClr val="accent3"/>
          </a:solidFill>
          <a:ln w="12700">
            <a:solidFill>
              <a:schemeClr val="bg1">
                <a:alpha val="0"/>
              </a:schemeClr>
            </a:solidFill>
            <a:miter lim="800000"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2" name="icon2">
            <a:extLst>
              <a:ext uri="{FF2B5EF4-FFF2-40B4-BE49-F238E27FC236}">
                <a16:creationId xmlns:a16="http://schemas.microsoft.com/office/drawing/2014/main" id="{EB3C4497-EDB2-4E5A-E476-09E3D2F2827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1185" y="3499136"/>
            <a:ext cx="510999" cy="50937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icon box 1">
            <a:extLst>
              <a:ext uri="{FF2B5EF4-FFF2-40B4-BE49-F238E27FC236}">
                <a16:creationId xmlns:a16="http://schemas.microsoft.com/office/drawing/2014/main" id="{41951E8F-F194-5998-4916-AB275B29A6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0669" y="2493791"/>
            <a:ext cx="692031" cy="692031"/>
          </a:xfrm>
          <a:prstGeom prst="roundRect">
            <a:avLst>
              <a:gd name="adj" fmla="val 127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miter lim="800000"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1" name="icon 1">
            <a:extLst>
              <a:ext uri="{FF2B5EF4-FFF2-40B4-BE49-F238E27FC236}">
                <a16:creationId xmlns:a16="http://schemas.microsoft.com/office/drawing/2014/main" id="{CF1AE2E1-2131-B597-99B4-6BA1ACDE5F2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1185" y="2585120"/>
            <a:ext cx="510999" cy="50937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subcopy">
            <a:extLst>
              <a:ext uri="{FF2B5EF4-FFF2-40B4-BE49-F238E27FC236}">
                <a16:creationId xmlns:a16="http://schemas.microsoft.com/office/drawing/2014/main" id="{2B57A233-0D50-3C50-EC99-59697CACCC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1500" y="1472184"/>
            <a:ext cx="6946899" cy="738664"/>
          </a:xfrm>
        </p:spPr>
        <p:txBody>
          <a:bodyPr wrap="square">
            <a:spAutoFit/>
          </a:bodyPr>
          <a:lstStyle>
            <a:lvl1pPr marL="0" indent="0">
              <a:buNone/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00F445A6-B490-CFEA-412F-82A6B1749F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11300" y="5283310"/>
            <a:ext cx="3759200" cy="597087"/>
          </a:xfrm>
          <a:noFill/>
        </p:spPr>
        <p:txBody>
          <a:bodyPr wrap="square" lIns="0" tIns="0" rIns="0" bIns="54864" rtlCol="0" anchor="ctr">
            <a:spAutoFit/>
          </a:bodyPr>
          <a:lstStyle>
            <a:lvl1pPr marL="0" indent="0">
              <a:lnSpc>
                <a:spcPct val="110000"/>
              </a:lnSpc>
              <a:buNone/>
              <a:defRPr lang="en-US" sz="16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endParaRPr lang="en-US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3B2E780C-159E-51DB-5D53-13AC0419FDB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11300" y="4369295"/>
            <a:ext cx="3759200" cy="597087"/>
          </a:xfrm>
          <a:noFill/>
        </p:spPr>
        <p:txBody>
          <a:bodyPr wrap="square" lIns="0" tIns="0" rIns="0" bIns="54864" rtlCol="0" anchor="ctr">
            <a:spAutoFit/>
          </a:bodyPr>
          <a:lstStyle>
            <a:lvl1pPr marL="0" indent="0">
              <a:lnSpc>
                <a:spcPct val="110000"/>
              </a:lnSpc>
              <a:buNone/>
              <a:defRPr lang="en-US" sz="16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endParaRPr 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E40FCBF6-D2B0-1A1E-08A7-73EAD472606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11300" y="3455279"/>
            <a:ext cx="3759200" cy="597087"/>
          </a:xfrm>
          <a:noFill/>
        </p:spPr>
        <p:txBody>
          <a:bodyPr wrap="square" lIns="0" tIns="0" rIns="0" bIns="54864" rtlCol="0" anchor="ctr">
            <a:spAutoFit/>
          </a:bodyPr>
          <a:lstStyle>
            <a:lvl1pPr marL="0" indent="0">
              <a:lnSpc>
                <a:spcPct val="110000"/>
              </a:lnSpc>
              <a:buNone/>
              <a:defRPr lang="en-US" sz="16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endParaRPr lang="en-US" dirty="0"/>
          </a:p>
        </p:txBody>
      </p:sp>
      <p:sp>
        <p:nvSpPr>
          <p:cNvPr id="6" name="text box 1">
            <a:extLst>
              <a:ext uri="{FF2B5EF4-FFF2-40B4-BE49-F238E27FC236}">
                <a16:creationId xmlns:a16="http://schemas.microsoft.com/office/drawing/2014/main" id="{E08326E7-BCE5-C182-8404-10C5D4EA55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11300" y="2541263"/>
            <a:ext cx="3759200" cy="597087"/>
          </a:xfrm>
          <a:noFill/>
        </p:spPr>
        <p:txBody>
          <a:bodyPr wrap="square" lIns="0" tIns="0" rIns="0" bIns="54864" rtlCol="0" anchor="ctr">
            <a:spAutoFit/>
          </a:bodyPr>
          <a:lstStyle>
            <a:lvl1pPr marL="0" indent="0">
              <a:lnSpc>
                <a:spcPct val="110000"/>
              </a:lnSpc>
              <a:buNone/>
              <a:defRPr lang="en-US" sz="16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173877-F2F9-9326-F87A-84C2D9A38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73278"/>
            <a:ext cx="6926071" cy="5693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4A45F539-4D6D-C2FA-58E1-154DF4CB9E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0669" y="1170953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.e</a:t>
            </a:r>
          </a:p>
        </p:txBody>
      </p:sp>
    </p:spTree>
    <p:extLst>
      <p:ext uri="{BB962C8B-B14F-4D97-AF65-F5344CB8AC3E}">
        <p14:creationId xmlns:p14="http://schemas.microsoft.com/office/powerpoint/2010/main" val="1068046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28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+sideb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10729" y="0"/>
            <a:ext cx="4081271" cy="6858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1" name="content placeholder">
            <a:extLst>
              <a:ext uri="{FF2B5EF4-FFF2-40B4-BE49-F238E27FC236}">
                <a16:creationId xmlns:a16="http://schemas.microsoft.com/office/drawing/2014/main" id="{6675BE0E-7104-EF51-2F08-21D3753AE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783079"/>
            <a:ext cx="6934200" cy="4397939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FF217633-A496-E479-3B4C-BC0701DCE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86384"/>
            <a:ext cx="6934200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eyebrow">
            <a:extLst>
              <a:ext uri="{FF2B5EF4-FFF2-40B4-BE49-F238E27FC236}">
                <a16:creationId xmlns:a16="http://schemas.microsoft.com/office/drawing/2014/main" id="{8024733D-B686-D3A6-7701-2319602E67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398571"/>
            <a:ext cx="696385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0825CA87-143B-D6B1-C5C5-93B91E0E185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1500" y="149961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9029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28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+image f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 1">
            <a:extLst>
              <a:ext uri="{FF2B5EF4-FFF2-40B4-BE49-F238E27FC236}">
                <a16:creationId xmlns:a16="http://schemas.microsoft.com/office/drawing/2014/main" id="{9A90DB1A-B4AB-6B07-628E-7DCF8CDE4F8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93537" y="0"/>
            <a:ext cx="5998463" cy="6858000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A34FEC1C-732D-A3E3-4772-D9BDF9E70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783079"/>
            <a:ext cx="5067300" cy="4397939"/>
          </a:xfrm>
        </p:spPr>
        <p:txBody>
          <a:bodyPr/>
          <a:lstStyle>
            <a:lvl1pPr>
              <a:buClr>
                <a:schemeClr val="tx1"/>
              </a:buClr>
              <a:defRPr b="0" i="0"/>
            </a:lvl1pPr>
            <a:lvl2pPr>
              <a:buClr>
                <a:schemeClr val="tx1"/>
              </a:buClr>
              <a:defRPr b="0" i="0"/>
            </a:lvl2pPr>
            <a:lvl3pPr>
              <a:buClr>
                <a:schemeClr val="tx1"/>
              </a:buClr>
              <a:defRPr b="0" i="0"/>
            </a:lvl3pPr>
            <a:lvl4pPr>
              <a:buClr>
                <a:schemeClr val="tx1"/>
              </a:buClr>
              <a:defRPr b="0" i="0"/>
            </a:lvl4pPr>
            <a:lvl5pPr>
              <a:buClr>
                <a:schemeClr val="tx1"/>
              </a:buCl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79D83DC0-5C2E-6898-E428-30816609A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786384"/>
            <a:ext cx="5067300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eyebrow">
            <a:extLst>
              <a:ext uri="{FF2B5EF4-FFF2-40B4-BE49-F238E27FC236}">
                <a16:creationId xmlns:a16="http://schemas.microsoft.com/office/drawing/2014/main" id="{8CB0F715-4145-55A7-601B-4ABDCBBA9D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398571"/>
            <a:ext cx="5088967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FAE5AD9C-CAEA-96B4-9844-5A68AFF66E4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3499B22A-51F1-2990-9225-2C41204893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500" y="149961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7537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er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age 1">
            <a:extLst>
              <a:ext uri="{FF2B5EF4-FFF2-40B4-BE49-F238E27FC236}">
                <a16:creationId xmlns:a16="http://schemas.microsoft.com/office/drawing/2014/main" id="{3E1B0C3A-C8E4-F2F5-F716-CB03B55DB2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93537" y="0"/>
            <a:ext cx="5998463" cy="6858000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b="0" i="0">
                <a:noFill/>
              </a:defRPr>
            </a:lvl1pPr>
          </a:lstStyle>
          <a:p>
            <a:pPr marL="182880" lvl="0" indent="-182880" algn="ctr"/>
            <a:r>
              <a:rPr lang="en-US"/>
              <a:t>Click icon to add picture</a:t>
            </a:r>
          </a:p>
        </p:txBody>
      </p:sp>
      <p:sp>
        <p:nvSpPr>
          <p:cNvPr id="16" name="subcopy">
            <a:extLst>
              <a:ext uri="{FF2B5EF4-FFF2-40B4-BE49-F238E27FC236}">
                <a16:creationId xmlns:a16="http://schemas.microsoft.com/office/drawing/2014/main" id="{EE5296A7-832C-7924-AAF0-84F978BF09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499" y="3621643"/>
            <a:ext cx="4948428" cy="738664"/>
          </a:xfrm>
        </p:spPr>
        <p:txBody>
          <a:bodyPr wrap="square">
            <a:spAutoFit/>
          </a:bodyPr>
          <a:lstStyle>
            <a:lvl1pPr>
              <a:buClr>
                <a:schemeClr val="tx1"/>
              </a:buClr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6B94E33-1AC1-C20F-8757-3E26584532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605790"/>
            <a:ext cx="4948428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ustomer logo">
            <a:extLst>
              <a:ext uri="{FF2B5EF4-FFF2-40B4-BE49-F238E27FC236}">
                <a16:creationId xmlns:a16="http://schemas.microsoft.com/office/drawing/2014/main" id="{BB0BD1D6-C27E-3D82-5835-96F1515186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90900" y="492171"/>
            <a:ext cx="2127501" cy="548640"/>
          </a:xfrm>
          <a:solidFill>
            <a:schemeClr val="bg2">
              <a:alpha val="13863"/>
            </a:schemeClr>
          </a:solidFill>
        </p:spPr>
        <p:txBody>
          <a:bodyPr bIns="45720" anchor="ctr"/>
          <a:lstStyle>
            <a:lvl1pPr marL="0" indent="0" algn="ctr">
              <a:buNone/>
              <a:defRPr sz="1100" b="0" i="0">
                <a:solidFill>
                  <a:schemeClr val="tx1">
                    <a:alpha val="36201"/>
                  </a:schemeClr>
                </a:solidFill>
              </a:defRPr>
            </a:lvl1pPr>
          </a:lstStyle>
          <a:p>
            <a:pPr lvl="0"/>
            <a:r>
              <a:rPr lang="en-US" dirty="0"/>
              <a:t>[ Replace with customer logo]</a:t>
            </a:r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FBAB75D7-A21D-0D28-75EF-9C8845B82843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A57DE96-9324-6160-99E0-74B0A327E9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499" y="580191"/>
            <a:ext cx="2130550" cy="376397"/>
          </a:xfrm>
          <a:prstGeom prst="rect">
            <a:avLst/>
          </a:prstGeom>
        </p:spPr>
      </p:pic>
      <p:sp>
        <p:nvSpPr>
          <p:cNvPr id="9" name="logo divider">
            <a:extLst>
              <a:ext uri="{FF2B5EF4-FFF2-40B4-BE49-F238E27FC236}">
                <a16:creationId xmlns:a16="http://schemas.microsoft.com/office/drawing/2014/main" id="{A2E01ACB-DCD1-BD2B-C749-E31F0590AD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2772731" y="759245"/>
            <a:ext cx="548640" cy="18288"/>
          </a:xfrm>
          <a:solidFill>
            <a:schemeClr val="tx1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" name="divider">
            <a:extLst>
              <a:ext uri="{FF2B5EF4-FFF2-40B4-BE49-F238E27FC236}">
                <a16:creationId xmlns:a16="http://schemas.microsoft.com/office/drawing/2014/main" id="{17BEFBC2-E278-FE59-B56E-82E648E25B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71499" y="3337560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63006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er story_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93537" y="0"/>
            <a:ext cx="5998463" cy="6858000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subcopy">
            <a:extLst>
              <a:ext uri="{FF2B5EF4-FFF2-40B4-BE49-F238E27FC236}">
                <a16:creationId xmlns:a16="http://schemas.microsoft.com/office/drawing/2014/main" id="{A2A931A3-1F3E-8C95-B9D4-58815B7F7C4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499" y="2733871"/>
            <a:ext cx="5410201" cy="738664"/>
          </a:xfrm>
        </p:spPr>
        <p:txBody>
          <a:bodyPr wrap="square">
            <a:spAutoFit/>
          </a:bodyPr>
          <a:lstStyle>
            <a:lvl1pPr marL="0" indent="0">
              <a:buNone/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A89A89A6-6020-4925-576E-F26B008D8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1718018"/>
            <a:ext cx="5410201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customer logo">
            <a:extLst>
              <a:ext uri="{FF2B5EF4-FFF2-40B4-BE49-F238E27FC236}">
                <a16:creationId xmlns:a16="http://schemas.microsoft.com/office/drawing/2014/main" id="{76BF9EF9-05D6-0B08-2A47-31F6F3D4AC4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90900" y="492171"/>
            <a:ext cx="2127501" cy="548640"/>
          </a:xfrm>
          <a:solidFill>
            <a:schemeClr val="bg2">
              <a:alpha val="13863"/>
            </a:schemeClr>
          </a:solidFill>
        </p:spPr>
        <p:txBody>
          <a:bodyPr bIns="45720" anchor="ctr"/>
          <a:lstStyle>
            <a:lvl1pPr marL="0" indent="0" algn="ctr">
              <a:lnSpc>
                <a:spcPct val="120000"/>
              </a:lnSpc>
              <a:buNone/>
              <a:defRPr sz="1100" b="0" i="0">
                <a:solidFill>
                  <a:schemeClr val="tx1">
                    <a:alpha val="36201"/>
                  </a:schemeClr>
                </a:solidFill>
              </a:defRPr>
            </a:lvl1pPr>
          </a:lstStyle>
          <a:p>
            <a:pPr lvl="0"/>
            <a:r>
              <a:rPr lang="en-US" dirty="0"/>
              <a:t>[ Replace with customer logo]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65FCA9BA-9BBF-55EB-FE8A-F9A2778D39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90924" y="5520715"/>
            <a:ext cx="2590599" cy="529376"/>
          </a:xfrm>
          <a:noFill/>
        </p:spPr>
        <p:txBody>
          <a:bodyPr wrap="square" lIns="27432" tIns="0" rIns="0" bIns="54864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en-US" sz="14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</a:t>
            </a:r>
            <a:endParaRPr lang="en-US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A3C2E30-F21F-1E61-FEE3-AB55939F3B0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1499" y="5520715"/>
            <a:ext cx="2590801" cy="529376"/>
          </a:xfrm>
          <a:noFill/>
        </p:spPr>
        <p:txBody>
          <a:bodyPr wrap="square" lIns="27432" tIns="0" rIns="0" bIns="54864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en-US" sz="14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B514D07-EC12-550C-5233-A005BCB96B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90927" y="4249202"/>
            <a:ext cx="2590773" cy="529376"/>
          </a:xfrm>
          <a:noFill/>
        </p:spPr>
        <p:txBody>
          <a:bodyPr wrap="square" lIns="27432" tIns="0" rIns="0" bIns="54864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en-US" sz="14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7983B9F4-199F-FD25-D375-D63007CF18C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71500" y="4249202"/>
            <a:ext cx="2590800" cy="529376"/>
          </a:xfrm>
          <a:noFill/>
        </p:spPr>
        <p:txBody>
          <a:bodyPr wrap="square" lIns="27432" tIns="0" rIns="0" bIns="54864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en-US" sz="14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3" name="percent">
            <a:extLst>
              <a:ext uri="{FF2B5EF4-FFF2-40B4-BE49-F238E27FC236}">
                <a16:creationId xmlns:a16="http://schemas.microsoft.com/office/drawing/2014/main" id="{6A1B8D7A-4045-F129-E93E-2BE5D5AA4D8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71475" y="3585583"/>
            <a:ext cx="2589095" cy="664797"/>
          </a:xfrm>
        </p:spPr>
        <p:txBody>
          <a:bodyPr wrap="square" lIns="0" rIns="0">
            <a:spAutoFit/>
          </a:bodyPr>
          <a:lstStyle>
            <a:lvl1pPr marL="0" indent="0" algn="l" defTabSz="913569" rtl="0" eaLnBrk="1" latinLnBrk="0" hangingPunct="1">
              <a:buNone/>
              <a:defRPr lang="en-US" sz="3600" b="0" i="0" kern="1200" dirty="0">
                <a:gradFill>
                  <a:gsLst>
                    <a:gs pos="23000">
                      <a:schemeClr val="accent6"/>
                    </a:gs>
                    <a:gs pos="95000">
                      <a:schemeClr val="accent3"/>
                    </a:gs>
                  </a:gsLst>
                  <a:lin ang="66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percent">
            <a:extLst>
              <a:ext uri="{FF2B5EF4-FFF2-40B4-BE49-F238E27FC236}">
                <a16:creationId xmlns:a16="http://schemas.microsoft.com/office/drawing/2014/main" id="{512774A9-6E50-45A3-B4D6-CFA0F41299A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0900" y="3585583"/>
            <a:ext cx="2588892" cy="664797"/>
          </a:xfrm>
        </p:spPr>
        <p:txBody>
          <a:bodyPr wrap="square" lIns="0" rIns="0">
            <a:spAutoFit/>
          </a:bodyPr>
          <a:lstStyle>
            <a:lvl1pPr marL="0" indent="0" algn="l" defTabSz="913569" rtl="0" eaLnBrk="1" latinLnBrk="0" hangingPunct="1">
              <a:buNone/>
              <a:defRPr lang="en-US" sz="3600" b="0" i="0" kern="1200" dirty="0">
                <a:gradFill>
                  <a:gsLst>
                    <a:gs pos="23000">
                      <a:schemeClr val="accent6"/>
                    </a:gs>
                    <a:gs pos="95000">
                      <a:schemeClr val="accent3"/>
                    </a:gs>
                  </a:gsLst>
                  <a:lin ang="66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7" name="percent">
            <a:extLst>
              <a:ext uri="{FF2B5EF4-FFF2-40B4-BE49-F238E27FC236}">
                <a16:creationId xmlns:a16="http://schemas.microsoft.com/office/drawing/2014/main" id="{A293E950-90E2-EA4E-47FD-C7DC214E84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71475" y="4857096"/>
            <a:ext cx="2589095" cy="664797"/>
          </a:xfrm>
        </p:spPr>
        <p:txBody>
          <a:bodyPr wrap="square" lIns="0" rIns="0">
            <a:spAutoFit/>
          </a:bodyPr>
          <a:lstStyle>
            <a:lvl1pPr marL="0" indent="0" algn="l" defTabSz="913569" rtl="0" eaLnBrk="1" latinLnBrk="0" hangingPunct="1">
              <a:buNone/>
              <a:defRPr lang="en-US" sz="3600" b="0" i="0" kern="1200" dirty="0">
                <a:gradFill>
                  <a:gsLst>
                    <a:gs pos="23000">
                      <a:schemeClr val="accent6"/>
                    </a:gs>
                    <a:gs pos="95000">
                      <a:schemeClr val="accent3"/>
                    </a:gs>
                  </a:gsLst>
                  <a:lin ang="66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8" name="percent">
            <a:extLst>
              <a:ext uri="{FF2B5EF4-FFF2-40B4-BE49-F238E27FC236}">
                <a16:creationId xmlns:a16="http://schemas.microsoft.com/office/drawing/2014/main" id="{F39EBC8E-23AD-8B3F-AA6E-5F4F5D05BB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90900" y="4857096"/>
            <a:ext cx="2588892" cy="664797"/>
          </a:xfrm>
        </p:spPr>
        <p:txBody>
          <a:bodyPr wrap="square" lIns="0" rIns="0">
            <a:spAutoFit/>
          </a:bodyPr>
          <a:lstStyle>
            <a:lvl1pPr marL="0" indent="0" algn="l" defTabSz="913569" rtl="0" eaLnBrk="1" latinLnBrk="0" hangingPunct="1">
              <a:buNone/>
              <a:defRPr lang="en-US" sz="3600" b="0" i="0" kern="1200" dirty="0">
                <a:gradFill>
                  <a:gsLst>
                    <a:gs pos="23000">
                      <a:schemeClr val="accent6"/>
                    </a:gs>
                    <a:gs pos="95000">
                      <a:schemeClr val="accent3"/>
                    </a:gs>
                  </a:gsLst>
                  <a:lin ang="66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8" name="logo divider">
            <a:extLst>
              <a:ext uri="{FF2B5EF4-FFF2-40B4-BE49-F238E27FC236}">
                <a16:creationId xmlns:a16="http://schemas.microsoft.com/office/drawing/2014/main" id="{68153A59-9CA7-55BB-C417-AD3DE1886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2772157" y="757348"/>
            <a:ext cx="548640" cy="18288"/>
          </a:xfrm>
          <a:solidFill>
            <a:schemeClr val="tx1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811633B0-B424-7D2A-F8F5-D79207E41B7A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0C32002-6A57-5C94-5A36-8C1061AFD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499" y="578293"/>
            <a:ext cx="2130550" cy="376397"/>
          </a:xfrm>
          <a:prstGeom prst="rect">
            <a:avLst/>
          </a:prstGeom>
        </p:spPr>
      </p:pic>
      <p:sp>
        <p:nvSpPr>
          <p:cNvPr id="10" name="divider">
            <a:extLst>
              <a:ext uri="{FF2B5EF4-FFF2-40B4-BE49-F238E27FC236}">
                <a16:creationId xmlns:a16="http://schemas.microsoft.com/office/drawing/2014/main" id="{AC180662-471F-95EF-6537-25B7EAB3853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71475" y="2449941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79296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er story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 1">
            <a:extLst>
              <a:ext uri="{FF2B5EF4-FFF2-40B4-BE49-F238E27FC236}">
                <a16:creationId xmlns:a16="http://schemas.microsoft.com/office/drawing/2014/main" id="{751BA2C9-A69F-E55D-E30E-B86DDEB7281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93537" y="0"/>
            <a:ext cx="5998463" cy="6858000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b="0" i="0">
                <a:noFill/>
              </a:defRPr>
            </a:lvl1pPr>
          </a:lstStyle>
          <a:p>
            <a:pPr marL="182880" lvl="0" indent="-182880" algn="ctr"/>
            <a:r>
              <a:rPr lang="en-US"/>
              <a:t>Click icon to add picture</a:t>
            </a:r>
          </a:p>
        </p:txBody>
      </p:sp>
      <p:sp>
        <p:nvSpPr>
          <p:cNvPr id="9" name="text box">
            <a:extLst>
              <a:ext uri="{FF2B5EF4-FFF2-40B4-BE49-F238E27FC236}">
                <a16:creationId xmlns:a16="http://schemas.microsoft.com/office/drawing/2014/main" id="{A90BAF8F-9744-2749-6925-419C705C42F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1501" y="4920266"/>
            <a:ext cx="4946899" cy="542713"/>
          </a:xfrm>
        </p:spPr>
        <p:txBody>
          <a:bodyPr wrap="square">
            <a:spAutoFit/>
          </a:bodyPr>
          <a:lstStyle>
            <a:lvl1pPr marL="0" indent="0">
              <a:spcAft>
                <a:spcPts val="200"/>
              </a:spcAft>
              <a:buNone/>
              <a:defRPr sz="1400" b="0" i="0"/>
            </a:lvl1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5D75F420-5177-26BB-25B7-B8E4E5509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2" y="2524254"/>
            <a:ext cx="4946899" cy="2215991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600" b="0" i="0">
                <a:latin typeface="+mn-lt"/>
              </a:defRPr>
            </a:lvl1pPr>
          </a:lstStyle>
          <a:p>
            <a:r>
              <a:rPr lang="en-US" dirty="0"/>
              <a:t>Customer quote goes here. Bold a portion of the quote to make it feel more impactful.</a:t>
            </a:r>
          </a:p>
        </p:txBody>
      </p:sp>
      <p:sp>
        <p:nvSpPr>
          <p:cNvPr id="7" name="quotation mark">
            <a:extLst>
              <a:ext uri="{FF2B5EF4-FFF2-40B4-BE49-F238E27FC236}">
                <a16:creationId xmlns:a16="http://schemas.microsoft.com/office/drawing/2014/main" id="{9AE8AFDF-C9F5-383D-A6A3-E62FFF30A960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>
          <a:xfrm>
            <a:off x="571500" y="1869919"/>
            <a:ext cx="586642" cy="50639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50800">
            <a:solidFill>
              <a:schemeClr val="bg1">
                <a:alpha val="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ustomer logo">
            <a:extLst>
              <a:ext uri="{FF2B5EF4-FFF2-40B4-BE49-F238E27FC236}">
                <a16:creationId xmlns:a16="http://schemas.microsoft.com/office/drawing/2014/main" id="{B9ABC365-29E6-AF45-3914-A4571831AB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90900" y="492171"/>
            <a:ext cx="2127501" cy="548640"/>
          </a:xfrm>
          <a:solidFill>
            <a:schemeClr val="bg2">
              <a:alpha val="13863"/>
            </a:schemeClr>
          </a:solidFill>
        </p:spPr>
        <p:txBody>
          <a:bodyPr bIns="45720" anchor="ctr"/>
          <a:lstStyle>
            <a:lvl1pPr marL="0" marR="0" indent="0" algn="ctr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None/>
              <a:tabLst/>
              <a:defRPr sz="1100" b="0" i="0">
                <a:solidFill>
                  <a:schemeClr val="tx1">
                    <a:alpha val="36201"/>
                  </a:schemeClr>
                </a:solidFill>
              </a:defRPr>
            </a:lvl1pPr>
          </a:lstStyle>
          <a:p>
            <a:pPr marL="171450" marR="0" lvl="0" indent="-171450" algn="ctr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tabLst/>
              <a:defRPr/>
            </a:pPr>
            <a:r>
              <a:rPr lang="en-US" dirty="0"/>
              <a:t>[ Replace with customer logo]</a:t>
            </a:r>
          </a:p>
        </p:txBody>
      </p:sp>
      <p:pic>
        <p:nvPicPr>
          <p:cNvPr id="5" name="dt logo">
            <a:extLst>
              <a:ext uri="{FF2B5EF4-FFF2-40B4-BE49-F238E27FC236}">
                <a16:creationId xmlns:a16="http://schemas.microsoft.com/office/drawing/2014/main" id="{657E4379-3D47-A174-6963-CF7D96BA55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1" y="578292"/>
            <a:ext cx="2130552" cy="376398"/>
          </a:xfrm>
          <a:prstGeom prst="rect">
            <a:avLst/>
          </a:prstGeom>
        </p:spPr>
      </p:pic>
      <p:sp>
        <p:nvSpPr>
          <p:cNvPr id="2" name="logo divider">
            <a:extLst>
              <a:ext uri="{FF2B5EF4-FFF2-40B4-BE49-F238E27FC236}">
                <a16:creationId xmlns:a16="http://schemas.microsoft.com/office/drawing/2014/main" id="{0B85D85C-6B43-227C-D8EC-A16996309F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2772157" y="757348"/>
            <a:ext cx="548640" cy="18288"/>
          </a:xfrm>
          <a:solidFill>
            <a:schemeClr val="tx1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B28ED444-A7AB-846F-7760-AA6C3E4339BF}"/>
              </a:ext>
            </a:extLst>
          </p:cNvPr>
          <p:cNvSpPr>
            <a:spLocks noGrp="1"/>
          </p:cNvSpPr>
          <p:nvPr>
            <p:ph type="sldNum" sz="quarter" idx="11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40BB6F-EF13-5974-F057-196734A2DE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499" y="580191"/>
            <a:ext cx="2130550" cy="37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210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>
            <a:extLst>
              <a:ext uri="{FF2B5EF4-FFF2-40B4-BE49-F238E27FC236}">
                <a16:creationId xmlns:a16="http://schemas.microsoft.com/office/drawing/2014/main" id="{585B47FF-82A8-6269-492C-590A47F81D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>
            <a:fillRect/>
          </a:stretch>
        </p:blipFill>
        <p:spPr>
          <a:xfrm>
            <a:off x="0" y="0"/>
            <a:ext cx="2222500" cy="6858000"/>
          </a:xfrm>
          <a:prstGeom prst="rect">
            <a:avLst/>
          </a:prstGeom>
        </p:spPr>
      </p:pic>
      <p:sp>
        <p:nvSpPr>
          <p:cNvPr id="9" name="text box">
            <a:extLst>
              <a:ext uri="{FF2B5EF4-FFF2-40B4-BE49-F238E27FC236}">
                <a16:creationId xmlns:a16="http://schemas.microsoft.com/office/drawing/2014/main" id="{6F718C98-3F7B-A562-A5C0-C4FC00782D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58924" y="4910798"/>
            <a:ext cx="4502375" cy="542713"/>
          </a:xfrm>
        </p:spPr>
        <p:txBody>
          <a:bodyPr wrap="square">
            <a:spAutoFit/>
          </a:bodyPr>
          <a:lstStyle>
            <a:lvl1pPr marL="0" indent="0">
              <a:spcAft>
                <a:spcPts val="200"/>
              </a:spcAft>
              <a:buNone/>
              <a:defRPr sz="1400" b="0" i="0"/>
            </a:lvl1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E5BC5F25-5F3B-EB1D-1E2B-E997A7F0A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8924" y="2517645"/>
            <a:ext cx="7289800" cy="2231380"/>
          </a:xfrm>
        </p:spPr>
        <p:txBody>
          <a:bodyPr wrap="square" anchor="t">
            <a:spAutoFit/>
          </a:bodyPr>
          <a:lstStyle>
            <a:lvl1pPr>
              <a:defRPr b="0" i="0">
                <a:latin typeface="+mn-lt"/>
              </a:defRPr>
            </a:lvl1pPr>
          </a:lstStyle>
          <a:p>
            <a:r>
              <a:rPr lang="en-US" dirty="0"/>
              <a:t>Quote goes here. Bold a portion of the quote to make it feel more impactful.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19" name="quotation mark">
            <a:extLst>
              <a:ext uri="{FF2B5EF4-FFF2-40B4-BE49-F238E27FC236}">
                <a16:creationId xmlns:a16="http://schemas.microsoft.com/office/drawing/2014/main" id="{2F33F45E-925A-7291-0A6A-69206301C6DF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>
          <a:xfrm>
            <a:off x="3390900" y="1226073"/>
            <a:ext cx="1069889" cy="9235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50800">
            <a:solidFill>
              <a:schemeClr val="bg1">
                <a:alpha val="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image 1">
            <a:extLst>
              <a:ext uri="{FF2B5EF4-FFF2-40B4-BE49-F238E27FC236}">
                <a16:creationId xmlns:a16="http://schemas.microsoft.com/office/drawing/2014/main" id="{B812040C-E17A-C75B-D088-D464A0DB5E9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2222499" cy="6858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b="0" i="0">
                <a:noFill/>
              </a:defRPr>
            </a:lvl1pPr>
          </a:lstStyle>
          <a:p>
            <a:pPr marL="182880" lvl="0" indent="-182880" algn="ctr"/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0D9CB-684D-74B8-FE7A-67B636077EA6}"/>
              </a:ext>
            </a:extLst>
          </p:cNvPr>
          <p:cNvSpPr>
            <a:spLocks noGrp="1"/>
          </p:cNvSpPr>
          <p:nvPr>
            <p:ph type="sldNum" sz="quarter" idx="11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A97CFB-45FB-5322-D860-6A0F9AB02DC0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4" name="line">
              <a:extLst>
                <a:ext uri="{FF2B5EF4-FFF2-40B4-BE49-F238E27FC236}">
                  <a16:creationId xmlns:a16="http://schemas.microsoft.com/office/drawing/2014/main" id="{111387B7-B5D0-4EDA-B5F7-F6BEB54B07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4902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logo">
              <a:extLst>
                <a:ext uri="{FF2B5EF4-FFF2-40B4-BE49-F238E27FC236}">
                  <a16:creationId xmlns:a16="http://schemas.microsoft.com/office/drawing/2014/main" id="{934F6A70-D803-6BFC-DB5A-222AAE51B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58218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image+3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089900" y="4662574"/>
            <a:ext cx="3529586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8089240" y="5381829"/>
            <a:ext cx="352985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amet, consectetur</a:t>
            </a:r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8089240" y="5009420"/>
            <a:ext cx="3529850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331923" y="4662574"/>
            <a:ext cx="3529586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30700" y="5381829"/>
            <a:ext cx="352985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330700" y="5009420"/>
            <a:ext cx="3529850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342" y="4662574"/>
            <a:ext cx="3529586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2245" y="5381829"/>
            <a:ext cx="352985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amet, consectetur</a:t>
            </a:r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2245" y="5009420"/>
            <a:ext cx="3529850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66" name="title">
            <a:extLst>
              <a:ext uri="{FF2B5EF4-FFF2-40B4-BE49-F238E27FC236}">
                <a16:creationId xmlns:a16="http://schemas.microsoft.com/office/drawing/2014/main" id="{8FBCE36B-B86A-73AA-E57A-EA2707AF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45" y="3882716"/>
            <a:ext cx="11053606" cy="569387"/>
          </a:xfrm>
        </p:spPr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image 1">
            <a:extLst>
              <a:ext uri="{FF2B5EF4-FFF2-40B4-BE49-F238E27FC236}">
                <a16:creationId xmlns:a16="http://schemas.microsoft.com/office/drawing/2014/main" id="{7739D286-7284-7F77-3BBA-00505DEBFFA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1" cy="3429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C6D36-807B-D860-36E4-27AD0F41A3B7}"/>
              </a:ext>
            </a:extLst>
          </p:cNvPr>
          <p:cNvSpPr>
            <a:spLocks noGrp="1"/>
          </p:cNvSpPr>
          <p:nvPr>
            <p:ph type="sldNum" sz="quarter" idx="135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C7289F-87A5-17A7-8CF3-D50B232448FC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17" name="line">
              <a:extLst>
                <a:ext uri="{FF2B5EF4-FFF2-40B4-BE49-F238E27FC236}">
                  <a16:creationId xmlns:a16="http://schemas.microsoft.com/office/drawing/2014/main" id="{E8737B78-0C9A-F480-51AB-D6F75E3635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4902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logo">
              <a:extLst>
                <a:ext uri="{FF2B5EF4-FFF2-40B4-BE49-F238E27FC236}">
                  <a16:creationId xmlns:a16="http://schemas.microsoft.com/office/drawing/2014/main" id="{538174F5-2517-4642-3F60-3C85BAE5CE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55430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image+4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ard 4">
            <a:extLst>
              <a:ext uri="{FF2B5EF4-FFF2-40B4-BE49-F238E27FC236}">
                <a16:creationId xmlns:a16="http://schemas.microsoft.com/office/drawing/2014/main" id="{DF9CDDE4-8EDE-190A-9AC8-27F499C74E6C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9031394" y="4662574"/>
            <a:ext cx="2589953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211710" y="4662574"/>
            <a:ext cx="2589953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3392026" y="4662574"/>
            <a:ext cx="2589953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 dirty="0"/>
              <a:t>.</a:t>
            </a:r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342" y="4662574"/>
            <a:ext cx="2589953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4" name="subcopy 4">
            <a:extLst>
              <a:ext uri="{FF2B5EF4-FFF2-40B4-BE49-F238E27FC236}">
                <a16:creationId xmlns:a16="http://schemas.microsoft.com/office/drawing/2014/main" id="{147B1C10-0DEE-C295-C9E3-DD5C3E6FA6EE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9031297" y="5381829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5" name="subcopy 3">
            <a:extLst>
              <a:ext uri="{FF2B5EF4-FFF2-40B4-BE49-F238E27FC236}">
                <a16:creationId xmlns:a16="http://schemas.microsoft.com/office/drawing/2014/main" id="{7A7E5343-B8E8-124F-554D-4A4579DFD620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6211050" y="5381829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6" name="subcopy 2">
            <a:extLst>
              <a:ext uri="{FF2B5EF4-FFF2-40B4-BE49-F238E27FC236}">
                <a16:creationId xmlns:a16="http://schemas.microsoft.com/office/drawing/2014/main" id="{8EAC3475-4744-8709-9FFB-DEDD01AE432F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90803" y="5381829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7" name="subcopy 1">
            <a:extLst>
              <a:ext uri="{FF2B5EF4-FFF2-40B4-BE49-F238E27FC236}">
                <a16:creationId xmlns:a16="http://schemas.microsoft.com/office/drawing/2014/main" id="{4C15006C-D1D1-55FD-9BBD-46DED52E94E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2245" y="5381829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9" name="header 4">
            <a:extLst>
              <a:ext uri="{FF2B5EF4-FFF2-40B4-BE49-F238E27FC236}">
                <a16:creationId xmlns:a16="http://schemas.microsoft.com/office/drawing/2014/main" id="{D2485A51-831B-4CBA-F63E-2A37766E00B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9031297" y="5006749"/>
            <a:ext cx="2590147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6211050" y="5006749"/>
            <a:ext cx="2590147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390803" y="5006749"/>
            <a:ext cx="2590147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2245" y="5006749"/>
            <a:ext cx="2590147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66" name="title">
            <a:extLst>
              <a:ext uri="{FF2B5EF4-FFF2-40B4-BE49-F238E27FC236}">
                <a16:creationId xmlns:a16="http://schemas.microsoft.com/office/drawing/2014/main" id="{8FBCE36B-B86A-73AA-E57A-EA2707AF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882716"/>
            <a:ext cx="11055096" cy="569387"/>
          </a:xfrm>
        </p:spPr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image 1">
            <a:extLst>
              <a:ext uri="{FF2B5EF4-FFF2-40B4-BE49-F238E27FC236}">
                <a16:creationId xmlns:a16="http://schemas.microsoft.com/office/drawing/2014/main" id="{25B4E4A2-3D1D-556C-F745-247F85E8DA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1" cy="3429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15C504-1F9D-2213-A861-025A629CFDFC}"/>
              </a:ext>
            </a:extLst>
          </p:cNvPr>
          <p:cNvSpPr>
            <a:spLocks noGrp="1"/>
          </p:cNvSpPr>
          <p:nvPr>
            <p:ph type="sldNum" sz="quarter" idx="139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logo lockup">
            <a:extLst>
              <a:ext uri="{FF2B5EF4-FFF2-40B4-BE49-F238E27FC236}">
                <a16:creationId xmlns:a16="http://schemas.microsoft.com/office/drawing/2014/main" id="{90332871-580F-AE19-7E0D-C06BA6A90D0B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10" name="line">
              <a:extLst>
                <a:ext uri="{FF2B5EF4-FFF2-40B4-BE49-F238E27FC236}">
                  <a16:creationId xmlns:a16="http://schemas.microsoft.com/office/drawing/2014/main" id="{38C4F3E7-101B-5AF3-54F6-BBF3C7C2A3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4902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logo">
              <a:extLst>
                <a:ext uri="{FF2B5EF4-FFF2-40B4-BE49-F238E27FC236}">
                  <a16:creationId xmlns:a16="http://schemas.microsoft.com/office/drawing/2014/main" id="{A4992BD9-5859-3FEC-A1B8-82125F90B6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6575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ards+foot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mage 1">
            <a:extLst>
              <a:ext uri="{FF2B5EF4-FFF2-40B4-BE49-F238E27FC236}">
                <a16:creationId xmlns:a16="http://schemas.microsoft.com/office/drawing/2014/main" id="{A8E9400D-DC98-E0CD-0199-ED251FA66F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429000"/>
            <a:ext cx="12192001" cy="3429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089900" y="1863894"/>
            <a:ext cx="3529586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8089240" y="3034968"/>
            <a:ext cx="352985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8089240" y="2355189"/>
            <a:ext cx="3529850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331923" y="1863894"/>
            <a:ext cx="3529586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30700" y="3034968"/>
            <a:ext cx="352985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330700" y="2355189"/>
            <a:ext cx="3529850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342" y="1863894"/>
            <a:ext cx="3529586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2245" y="3034968"/>
            <a:ext cx="352985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2245" y="2355189"/>
            <a:ext cx="3529850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30D6FD-5508-2BC4-0DE2-68F2E701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ivider">
            <a:extLst>
              <a:ext uri="{FF2B5EF4-FFF2-40B4-BE49-F238E27FC236}">
                <a16:creationId xmlns:a16="http://schemas.microsoft.com/office/drawing/2014/main" id="{FBF5FC59-64C8-A54D-F216-FF567789EF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68468" y="1179576"/>
            <a:ext cx="1655064" cy="36576"/>
          </a:xfrm>
          <a:solidFill>
            <a:schemeClr val="bg1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vert="horz" lIns="27432" tIns="0" rIns="27432" bIns="0" rtlCol="0" anchor="ctr">
            <a:noAutofit/>
          </a:bodyPr>
          <a:lstStyle>
            <a:lvl1pPr marL="0" indent="0">
              <a:buNone/>
              <a:defRPr lang="en-US" sz="800" dirty="0">
                <a:noFill/>
              </a:defRPr>
            </a:lvl1pPr>
          </a:lstStyle>
          <a:p>
            <a:pPr marL="182880" lvl="0" indent="-182880" algn="ctr"/>
            <a:r>
              <a:rPr lang="en-US" dirty="0"/>
              <a:t>.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42975D06-4306-335E-CACA-8A769D799CF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5268468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9479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ards+foot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 1">
            <a:extLst>
              <a:ext uri="{FF2B5EF4-FFF2-40B4-BE49-F238E27FC236}">
                <a16:creationId xmlns:a16="http://schemas.microsoft.com/office/drawing/2014/main" id="{49272FB6-7577-D080-8131-789D0CB5B8E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429000"/>
            <a:ext cx="12192001" cy="3429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210300" y="1872486"/>
            <a:ext cx="2591266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6209640" y="3034968"/>
            <a:ext cx="259146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6209640" y="2355189"/>
            <a:ext cx="2591460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</a:t>
            </a:r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3390434" y="1872486"/>
            <a:ext cx="2591266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89211" y="3034968"/>
            <a:ext cx="259146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389211" y="2355189"/>
            <a:ext cx="2591460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</a:t>
            </a:r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342" y="1872486"/>
            <a:ext cx="2591266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2245" y="3034968"/>
            <a:ext cx="259146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2245" y="2355189"/>
            <a:ext cx="2591460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30D6FD-5508-2BC4-0DE2-68F2E701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ard 4">
            <a:extLst>
              <a:ext uri="{FF2B5EF4-FFF2-40B4-BE49-F238E27FC236}">
                <a16:creationId xmlns:a16="http://schemas.microsoft.com/office/drawing/2014/main" id="{2A77BAA5-3D08-6462-E703-3A1234C9D97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9028394" y="1872486"/>
            <a:ext cx="2589953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9" name="subcopy 4">
            <a:extLst>
              <a:ext uri="{FF2B5EF4-FFF2-40B4-BE49-F238E27FC236}">
                <a16:creationId xmlns:a16="http://schemas.microsoft.com/office/drawing/2014/main" id="{49D71A9C-70D5-49B3-BA4D-02238B7FDF7C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9028297" y="3034968"/>
            <a:ext cx="2590147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amet, consectetur</a:t>
            </a:r>
          </a:p>
        </p:txBody>
      </p:sp>
      <p:sp>
        <p:nvSpPr>
          <p:cNvPr id="10" name="header 4">
            <a:extLst>
              <a:ext uri="{FF2B5EF4-FFF2-40B4-BE49-F238E27FC236}">
                <a16:creationId xmlns:a16="http://schemas.microsoft.com/office/drawing/2014/main" id="{88047582-374A-E8B2-393F-54C268EDDCDE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9028297" y="2355189"/>
            <a:ext cx="2590147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</a:t>
            </a:r>
          </a:p>
        </p:txBody>
      </p:sp>
      <p:sp>
        <p:nvSpPr>
          <p:cNvPr id="2" name="divider">
            <a:extLst>
              <a:ext uri="{FF2B5EF4-FFF2-40B4-BE49-F238E27FC236}">
                <a16:creationId xmlns:a16="http://schemas.microsoft.com/office/drawing/2014/main" id="{8EAE9364-9991-4834-1848-053F8C2BEC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68468" y="1179576"/>
            <a:ext cx="1655064" cy="36576"/>
          </a:xfrm>
          <a:solidFill>
            <a:schemeClr val="bg1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vert="horz" lIns="27432" tIns="0" rIns="27432" bIns="0" rtlCol="0" anchor="ctr">
            <a:noAutofit/>
          </a:bodyPr>
          <a:lstStyle>
            <a:lvl1pPr marL="0" indent="0">
              <a:buNone/>
              <a:defRPr lang="en-US" sz="800" dirty="0">
                <a:noFill/>
              </a:defRPr>
            </a:lvl1pPr>
          </a:lstStyle>
          <a:p>
            <a:pPr marL="182880" lvl="0" indent="-182880" algn="ctr"/>
            <a:r>
              <a:rPr lang="en-US"/>
              <a:t>.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144A685C-193B-CC53-40D8-77F26C42CDF7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8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5754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image+horizont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">
            <a:extLst>
              <a:ext uri="{FF2B5EF4-FFF2-40B4-BE49-F238E27FC236}">
                <a16:creationId xmlns:a16="http://schemas.microsoft.com/office/drawing/2014/main" id="{2B57A233-0D50-3C50-EC99-59697CACCC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83680" y="5185526"/>
            <a:ext cx="5039319" cy="1154162"/>
          </a:xfrm>
        </p:spPr>
        <p:txBody>
          <a:bodyPr wrap="square" bIns="45720" anchor="ctr">
            <a:spAutoFit/>
          </a:bodyPr>
          <a:lstStyle>
            <a:lvl1pPr marL="0" indent="0">
              <a:buFont typeface="DT Flow Light" panose="020B0604020202020204" pitchFamily="34" charset="0"/>
              <a:buNone/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FF7A4350-6FAD-EB0D-4290-EDB9A0CDC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52" y="5200915"/>
            <a:ext cx="5077968" cy="1123384"/>
          </a:xfrm>
        </p:spPr>
        <p:txBody>
          <a:bodyPr anchor="ctr"/>
          <a:lstStyle>
            <a:lvl1pPr>
              <a:defRPr b="0" i="0"/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4559494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grpSp>
        <p:nvGrpSpPr>
          <p:cNvPr id="4" name="Group 3" hidden="1">
            <a:extLst>
              <a:ext uri="{FF2B5EF4-FFF2-40B4-BE49-F238E27FC236}">
                <a16:creationId xmlns:a16="http://schemas.microsoft.com/office/drawing/2014/main" id="{7A8F6543-1C7A-07EE-B1C6-E2E550679A5B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</p:grpSpPr>
        <p:cxnSp>
          <p:nvCxnSpPr>
            <p:cNvPr id="5" name="line">
              <a:extLst>
                <a:ext uri="{FF2B5EF4-FFF2-40B4-BE49-F238E27FC236}">
                  <a16:creationId xmlns:a16="http://schemas.microsoft.com/office/drawing/2014/main" id="{3C4ADE43-9722-75C1-8571-7F2B0FB85E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ln w="12700">
              <a:solidFill>
                <a:schemeClr val="bg1"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logo">
              <a:extLst>
                <a:ext uri="{FF2B5EF4-FFF2-40B4-BE49-F238E27FC236}">
                  <a16:creationId xmlns:a16="http://schemas.microsoft.com/office/drawing/2014/main" id="{71CE28FF-64D3-ED4D-8004-7F2B646CF7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2FF89E04-6F34-A67B-DA49-CF6C367D733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4B10D316-4FA8-5259-C08E-5A087E8444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5455920" y="5744319"/>
            <a:ext cx="1280160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69645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content+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 3">
            <a:extLst>
              <a:ext uri="{FF2B5EF4-FFF2-40B4-BE49-F238E27FC236}">
                <a16:creationId xmlns:a16="http://schemas.microsoft.com/office/drawing/2014/main" id="{2E9CFE60-37B1-85B8-E800-A1EB45291D0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89636" y="2071123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6" name="image 2">
            <a:extLst>
              <a:ext uri="{FF2B5EF4-FFF2-40B4-BE49-F238E27FC236}">
                <a16:creationId xmlns:a16="http://schemas.microsoft.com/office/drawing/2014/main" id="{6E3D1B30-5F5D-96D6-BE6F-42EA329D94E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330559" y="2071123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4" name="image 1">
            <a:extLst>
              <a:ext uri="{FF2B5EF4-FFF2-40B4-BE49-F238E27FC236}">
                <a16:creationId xmlns:a16="http://schemas.microsoft.com/office/drawing/2014/main" id="{CC5FCCE1-3683-530D-0EEF-8FDFE79EAB9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1482" y="2071122"/>
            <a:ext cx="3529584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4" name="image 6">
            <a:extLst>
              <a:ext uri="{FF2B5EF4-FFF2-40B4-BE49-F238E27FC236}">
                <a16:creationId xmlns:a16="http://schemas.microsoft.com/office/drawing/2014/main" id="{BD54CE37-86C4-858E-4B21-389FFA5CDC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9636" y="4283963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5" name="image 5">
            <a:extLst>
              <a:ext uri="{FF2B5EF4-FFF2-40B4-BE49-F238E27FC236}">
                <a16:creationId xmlns:a16="http://schemas.microsoft.com/office/drawing/2014/main" id="{B4F907FE-98F4-AF57-4C6D-A7B11B06FB5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0559" y="4283963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3" name="image 4">
            <a:extLst>
              <a:ext uri="{FF2B5EF4-FFF2-40B4-BE49-F238E27FC236}">
                <a16:creationId xmlns:a16="http://schemas.microsoft.com/office/drawing/2014/main" id="{45B6E02D-A8C2-68E8-46B2-08D5C3BA6B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71482" y="4283962"/>
            <a:ext cx="3529584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38" name="text placeholder">
            <a:extLst>
              <a:ext uri="{FF2B5EF4-FFF2-40B4-BE49-F238E27FC236}">
                <a16:creationId xmlns:a16="http://schemas.microsoft.com/office/drawing/2014/main" id="{2B57A233-0D50-3C50-EC99-59697CACCC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83680" y="523973"/>
            <a:ext cx="5039319" cy="1154162"/>
          </a:xfrm>
        </p:spPr>
        <p:txBody>
          <a:bodyPr wrap="square" bIns="45720" anchor="ctr">
            <a:spAutoFit/>
          </a:bodyPr>
          <a:lstStyle>
            <a:lvl1pPr marL="0" indent="0">
              <a:buFont typeface="DT Flow Light" panose="020B0604020202020204" pitchFamily="34" charset="0"/>
              <a:buNone/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9C103105-232D-07A1-CA14-26C139946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52" y="539362"/>
            <a:ext cx="5077968" cy="1123384"/>
          </a:xfrm>
        </p:spPr>
        <p:txBody>
          <a:bodyPr anchor="ctr"/>
          <a:lstStyle>
            <a:lvl1pPr>
              <a:defRPr b="0" i="0"/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D1DEA8A-8FBF-4BFC-9A48-02C842911D55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2D91D19F-87F0-D451-29CF-0DBC4F7DEF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5455721" y="1082766"/>
            <a:ext cx="1280160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83727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content+8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mage 4">
            <a:extLst>
              <a:ext uri="{FF2B5EF4-FFF2-40B4-BE49-F238E27FC236}">
                <a16:creationId xmlns:a16="http://schemas.microsoft.com/office/drawing/2014/main" id="{45B6E02D-A8C2-68E8-46B2-08D5C3BA6B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29700" y="2073532"/>
            <a:ext cx="2587752" cy="1984248"/>
          </a:xfrm>
          <a:prstGeom prst="roundRect">
            <a:avLst>
              <a:gd name="adj" fmla="val 4414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5" name="image 3">
            <a:extLst>
              <a:ext uri="{FF2B5EF4-FFF2-40B4-BE49-F238E27FC236}">
                <a16:creationId xmlns:a16="http://schemas.microsoft.com/office/drawing/2014/main" id="{2E9CFE60-37B1-85B8-E800-A1EB45291D0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0295" y="2073532"/>
            <a:ext cx="25877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6" name="image 2">
            <a:extLst>
              <a:ext uri="{FF2B5EF4-FFF2-40B4-BE49-F238E27FC236}">
                <a16:creationId xmlns:a16="http://schemas.microsoft.com/office/drawing/2014/main" id="{6E3D1B30-5F5D-96D6-BE6F-42EA329D94E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90889" y="2073532"/>
            <a:ext cx="25877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4" name="image 1">
            <a:extLst>
              <a:ext uri="{FF2B5EF4-FFF2-40B4-BE49-F238E27FC236}">
                <a16:creationId xmlns:a16="http://schemas.microsoft.com/office/drawing/2014/main" id="{CC5FCCE1-3683-530D-0EEF-8FDFE79EAB9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1483" y="2073533"/>
            <a:ext cx="2587752" cy="1984248"/>
          </a:xfrm>
          <a:prstGeom prst="roundRect">
            <a:avLst>
              <a:gd name="adj" fmla="val 440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3" name="image 8">
            <a:extLst>
              <a:ext uri="{FF2B5EF4-FFF2-40B4-BE49-F238E27FC236}">
                <a16:creationId xmlns:a16="http://schemas.microsoft.com/office/drawing/2014/main" id="{9510956E-A23E-CC14-2874-E827272DAF6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029700" y="4286940"/>
            <a:ext cx="25868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2" name="image 7">
            <a:extLst>
              <a:ext uri="{FF2B5EF4-FFF2-40B4-BE49-F238E27FC236}">
                <a16:creationId xmlns:a16="http://schemas.microsoft.com/office/drawing/2014/main" id="{FA475827-60CB-46F1-46A0-4641EAE2247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10295" y="4286940"/>
            <a:ext cx="25868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4" name="image 6">
            <a:extLst>
              <a:ext uri="{FF2B5EF4-FFF2-40B4-BE49-F238E27FC236}">
                <a16:creationId xmlns:a16="http://schemas.microsoft.com/office/drawing/2014/main" id="{BD54CE37-86C4-858E-4B21-389FFA5CDC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90889" y="4286940"/>
            <a:ext cx="25868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5" name="image 5">
            <a:extLst>
              <a:ext uri="{FF2B5EF4-FFF2-40B4-BE49-F238E27FC236}">
                <a16:creationId xmlns:a16="http://schemas.microsoft.com/office/drawing/2014/main" id="{B4F907FE-98F4-AF57-4C6D-A7B11B06FB5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71483" y="4286940"/>
            <a:ext cx="25868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38" name="text placeholder">
            <a:extLst>
              <a:ext uri="{FF2B5EF4-FFF2-40B4-BE49-F238E27FC236}">
                <a16:creationId xmlns:a16="http://schemas.microsoft.com/office/drawing/2014/main" id="{2B57A233-0D50-3C50-EC99-59697CACCC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83680" y="523973"/>
            <a:ext cx="5039319" cy="1154162"/>
          </a:xfrm>
        </p:spPr>
        <p:txBody>
          <a:bodyPr wrap="square" bIns="45720" anchor="ctr">
            <a:spAutoFit/>
          </a:bodyPr>
          <a:lstStyle>
            <a:lvl1pPr marL="0" indent="0">
              <a:buFont typeface="DT Flow Light" panose="020B0604020202020204" pitchFamily="34" charset="0"/>
              <a:buNone/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9C103105-232D-07A1-CA14-26C139946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52" y="539362"/>
            <a:ext cx="5077968" cy="1123384"/>
          </a:xfrm>
        </p:spPr>
        <p:txBody>
          <a:bodyPr anchor="ctr"/>
          <a:lstStyle>
            <a:lvl1pPr>
              <a:defRPr b="0" i="0"/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57CFBB4-90EC-EB6C-1B08-6C421E6D0B1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AE7C11E1-27C4-BC37-6960-E6EEFFB68C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5455920" y="1082766"/>
            <a:ext cx="1280160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58780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nu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19E40-825B-33A2-F64C-2040CFF4E98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472184"/>
            <a:ext cx="7886700" cy="4709160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ide bar">
            <a:extLst>
              <a:ext uri="{FF2B5EF4-FFF2-40B4-BE49-F238E27FC236}">
                <a16:creationId xmlns:a16="http://schemas.microsoft.com/office/drawing/2014/main" id="{ACF72640-2438-617A-B3B6-793B02C5E427}"/>
              </a:ext>
            </a:extLst>
          </p:cNvPr>
          <p:cNvSpPr txBox="1">
            <a:spLocks/>
          </p:cNvSpPr>
          <p:nvPr userDrawn="1"/>
        </p:nvSpPr>
        <p:spPr>
          <a:xfrm>
            <a:off x="-1523" y="0"/>
            <a:ext cx="3162300" cy="6858000"/>
          </a:xfrm>
          <a:prstGeom prst="rect">
            <a:avLst/>
          </a:prstGeom>
          <a:gradFill>
            <a:gsLst>
              <a:gs pos="95000">
                <a:schemeClr val="accent3"/>
              </a:gs>
              <a:gs pos="0">
                <a:schemeClr val="accent6"/>
              </a:gs>
            </a:gsLst>
            <a:lin ang="7800000" scaled="0"/>
          </a:gradFill>
          <a:ln w="25400">
            <a:noFill/>
            <a:miter lim="800000"/>
          </a:ln>
          <a:effectLst/>
        </p:spPr>
        <p:txBody>
          <a:bodyPr vert="horz" wrap="square" lIns="182880" tIns="0" rIns="182880" bIns="274320" rtlCol="0" anchor="ctr">
            <a:noAutofit/>
          </a:bodyPr>
          <a:lstStyle>
            <a:lvl1pPr marL="0" marR="0" indent="0" algn="l" defTabSz="914258" rtl="0" eaLnBrk="1" fontAlgn="ctr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600" b="0" i="0" kern="1200" cap="none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</a:lstStyle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b="0" i="0">
              <a:latin typeface="DT Flow Medium" pitchFamily="2" charset="77"/>
            </a:endParaRPr>
          </a:p>
        </p:txBody>
      </p:sp>
      <p:sp>
        <p:nvSpPr>
          <p:cNvPr id="12" name="menu item 4">
            <a:extLst>
              <a:ext uri="{FF2B5EF4-FFF2-40B4-BE49-F238E27FC236}">
                <a16:creationId xmlns:a16="http://schemas.microsoft.com/office/drawing/2014/main" id="{3F776CFF-E908-6BE0-7DB8-FC77FCAA6A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8453" y="4962127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Menu item 4</a:t>
            </a:r>
          </a:p>
        </p:txBody>
      </p:sp>
      <p:sp>
        <p:nvSpPr>
          <p:cNvPr id="11" name="menu item 3">
            <a:extLst>
              <a:ext uri="{FF2B5EF4-FFF2-40B4-BE49-F238E27FC236}">
                <a16:creationId xmlns:a16="http://schemas.microsoft.com/office/drawing/2014/main" id="{1951062A-6C0A-393A-0A25-1A2F5DDD48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8453" y="3857969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8" name="menu item 2">
            <a:extLst>
              <a:ext uri="{FF2B5EF4-FFF2-40B4-BE49-F238E27FC236}">
                <a16:creationId xmlns:a16="http://schemas.microsoft.com/office/drawing/2014/main" id="{4D7435F3-1B4A-2AFD-8F73-B999F1C834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453" y="2753811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6" name="menu item 1">
            <a:extLst>
              <a:ext uri="{FF2B5EF4-FFF2-40B4-BE49-F238E27FC236}">
                <a16:creationId xmlns:a16="http://schemas.microsoft.com/office/drawing/2014/main" id="{3658E24F-A8C4-F1B6-C281-7AECD306BE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8453" y="1649653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4DCB005-E51E-8B75-4031-AFA3C312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73278"/>
            <a:ext cx="7889748" cy="5693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3D7518-C2CC-6461-8058-89852796EE3D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5" name="line">
              <a:extLst>
                <a:ext uri="{FF2B5EF4-FFF2-40B4-BE49-F238E27FC236}">
                  <a16:creationId xmlns:a16="http://schemas.microsoft.com/office/drawing/2014/main" id="{8346CA92-754C-8444-3020-D124DC0232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logo">
              <a:extLst>
                <a:ext uri="{FF2B5EF4-FFF2-40B4-BE49-F238E27FC236}">
                  <a16:creationId xmlns:a16="http://schemas.microsoft.com/office/drawing/2014/main" id="{7FA3088D-5EF1-4549-6D03-074A8CF057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14" name="divider">
            <a:extLst>
              <a:ext uri="{FF2B5EF4-FFF2-40B4-BE49-F238E27FC236}">
                <a16:creationId xmlns:a16="http://schemas.microsoft.com/office/drawing/2014/main" id="{2635A830-5207-8A6E-ED48-E46341744290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37338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3071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52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nu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4442F-F25A-CABD-BB2D-1FCEC0C4777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472183"/>
            <a:ext cx="7886700" cy="4708835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ide bar">
            <a:extLst>
              <a:ext uri="{FF2B5EF4-FFF2-40B4-BE49-F238E27FC236}">
                <a16:creationId xmlns:a16="http://schemas.microsoft.com/office/drawing/2014/main" id="{ACF72640-2438-617A-B3B6-793B02C5E427}"/>
              </a:ext>
            </a:extLst>
          </p:cNvPr>
          <p:cNvSpPr txBox="1">
            <a:spLocks/>
          </p:cNvSpPr>
          <p:nvPr userDrawn="1"/>
        </p:nvSpPr>
        <p:spPr>
          <a:xfrm>
            <a:off x="-1523" y="0"/>
            <a:ext cx="3162300" cy="6858000"/>
          </a:xfrm>
          <a:prstGeom prst="rect">
            <a:avLst/>
          </a:prstGeom>
          <a:gradFill>
            <a:gsLst>
              <a:gs pos="95000">
                <a:schemeClr val="accent3"/>
              </a:gs>
              <a:gs pos="0">
                <a:schemeClr val="accent6"/>
              </a:gs>
            </a:gsLst>
            <a:lin ang="7800000" scaled="0"/>
          </a:gradFill>
          <a:ln w="25400">
            <a:noFill/>
            <a:miter lim="800000"/>
          </a:ln>
          <a:effectLst/>
        </p:spPr>
        <p:txBody>
          <a:bodyPr vert="horz" wrap="square" lIns="182880" tIns="0" rIns="182880" bIns="274320" rtlCol="0" anchor="ctr">
            <a:noAutofit/>
          </a:bodyPr>
          <a:lstStyle>
            <a:lvl1pPr marL="0" marR="0" indent="0" algn="l" defTabSz="914258" rtl="0" eaLnBrk="1" fontAlgn="ctr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600" b="0" i="0" kern="1200" cap="none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</a:lstStyle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b="0" i="0">
              <a:latin typeface="DT Flow Medium" pitchFamily="2" charset="77"/>
            </a:endParaRPr>
          </a:p>
        </p:txBody>
      </p:sp>
      <p:sp>
        <p:nvSpPr>
          <p:cNvPr id="12" name="menu item 4">
            <a:extLst>
              <a:ext uri="{FF2B5EF4-FFF2-40B4-BE49-F238E27FC236}">
                <a16:creationId xmlns:a16="http://schemas.microsoft.com/office/drawing/2014/main" id="{3F776CFF-E908-6BE0-7DB8-FC77FCAA6A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8453" y="4962127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Menu item 4</a:t>
            </a:r>
          </a:p>
        </p:txBody>
      </p:sp>
      <p:sp>
        <p:nvSpPr>
          <p:cNvPr id="11" name="menu item 3">
            <a:extLst>
              <a:ext uri="{FF2B5EF4-FFF2-40B4-BE49-F238E27FC236}">
                <a16:creationId xmlns:a16="http://schemas.microsoft.com/office/drawing/2014/main" id="{1951062A-6C0A-393A-0A25-1A2F5DDD48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8453" y="3857969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Menu item 3</a:t>
            </a:r>
          </a:p>
        </p:txBody>
      </p:sp>
      <p:sp>
        <p:nvSpPr>
          <p:cNvPr id="8" name="menu item 2">
            <a:extLst>
              <a:ext uri="{FF2B5EF4-FFF2-40B4-BE49-F238E27FC236}">
                <a16:creationId xmlns:a16="http://schemas.microsoft.com/office/drawing/2014/main" id="{4D7435F3-1B4A-2AFD-8F73-B999F1C834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453" y="2753811"/>
            <a:ext cx="2022348" cy="246221"/>
          </a:xfrm>
          <a:ln>
            <a:noFill/>
          </a:ln>
        </p:spPr>
        <p:txBody>
          <a:bodyPr vert="horz" wrap="square" lIns="27432" tIns="0" rIns="27432" bIns="0" rtlCol="0" anchor="ctr">
            <a:spAutoFit/>
          </a:bodyPr>
          <a:lstStyle>
            <a:lvl1pPr marL="0" indent="0">
              <a:buNone/>
              <a:defRPr lang="en-US" sz="16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Menu item 2</a:t>
            </a:r>
          </a:p>
        </p:txBody>
      </p:sp>
      <p:sp>
        <p:nvSpPr>
          <p:cNvPr id="6" name="menu item 1">
            <a:extLst>
              <a:ext uri="{FF2B5EF4-FFF2-40B4-BE49-F238E27FC236}">
                <a16:creationId xmlns:a16="http://schemas.microsoft.com/office/drawing/2014/main" id="{3658E24F-A8C4-F1B6-C281-7AECD306BE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8453" y="1649653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lang="en-US" sz="1600" b="0" i="0" kern="1200" spc="0" baseline="0">
                <a:solidFill>
                  <a:schemeClr val="bg1">
                    <a:alpha val="30000"/>
                  </a:schemeClr>
                </a:solidFill>
                <a:latin typeface="+mn-lt"/>
                <a:ea typeface="+mn-ea"/>
                <a:cs typeface="DT Flow Light Light" panose="020F0302020204030204" pitchFamily="34" charset="0"/>
              </a:defRPr>
            </a:lvl1pPr>
          </a:lstStyle>
          <a:p>
            <a:pPr lvl="0"/>
            <a:r>
              <a:rPr lang="en-US"/>
              <a:t>Menu item 1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73DDA9A-48FD-B769-8F9C-096536F66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73278"/>
            <a:ext cx="7889748" cy="5693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75E0909-C4EF-1BFE-BCEF-729086DC43AE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7" name="line">
              <a:extLst>
                <a:ext uri="{FF2B5EF4-FFF2-40B4-BE49-F238E27FC236}">
                  <a16:creationId xmlns:a16="http://schemas.microsoft.com/office/drawing/2014/main" id="{169B5B87-3552-A5BF-01D4-5AACE30C40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logo">
              <a:extLst>
                <a:ext uri="{FF2B5EF4-FFF2-40B4-BE49-F238E27FC236}">
                  <a16:creationId xmlns:a16="http://schemas.microsoft.com/office/drawing/2014/main" id="{A891C76B-C40A-D1B5-95FC-002B7F1E02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14" name="divider">
            <a:extLst>
              <a:ext uri="{FF2B5EF4-FFF2-40B4-BE49-F238E27FC236}">
                <a16:creationId xmlns:a16="http://schemas.microsoft.com/office/drawing/2014/main" id="{086DB994-A4B9-11C2-B2CB-473E53E51AE1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37338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3159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52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nu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B3D5C0C-A269-299B-4CE5-7DCB77D5A00B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472184"/>
            <a:ext cx="7886700" cy="4709160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ide bar">
            <a:extLst>
              <a:ext uri="{FF2B5EF4-FFF2-40B4-BE49-F238E27FC236}">
                <a16:creationId xmlns:a16="http://schemas.microsoft.com/office/drawing/2014/main" id="{ACF72640-2438-617A-B3B6-793B02C5E427}"/>
              </a:ext>
            </a:extLst>
          </p:cNvPr>
          <p:cNvSpPr txBox="1">
            <a:spLocks/>
          </p:cNvSpPr>
          <p:nvPr userDrawn="1"/>
        </p:nvSpPr>
        <p:spPr>
          <a:xfrm>
            <a:off x="-1523" y="0"/>
            <a:ext cx="3162300" cy="6858000"/>
          </a:xfrm>
          <a:prstGeom prst="rect">
            <a:avLst/>
          </a:prstGeom>
          <a:gradFill>
            <a:gsLst>
              <a:gs pos="95000">
                <a:schemeClr val="accent3"/>
              </a:gs>
              <a:gs pos="0">
                <a:schemeClr val="accent6"/>
              </a:gs>
            </a:gsLst>
            <a:lin ang="7800000" scaled="0"/>
          </a:gradFill>
          <a:ln w="25400">
            <a:noFill/>
            <a:miter lim="800000"/>
          </a:ln>
          <a:effectLst/>
        </p:spPr>
        <p:txBody>
          <a:bodyPr vert="horz" wrap="square" lIns="182880" tIns="0" rIns="182880" bIns="274320" rtlCol="0" anchor="ctr">
            <a:noAutofit/>
          </a:bodyPr>
          <a:lstStyle>
            <a:lvl1pPr marL="0" marR="0" indent="0" algn="l" defTabSz="914258" rtl="0" eaLnBrk="1" fontAlgn="ctr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600" b="0" i="0" kern="1200" cap="none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</a:lstStyle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b="0" i="0">
              <a:latin typeface="DT Flow Medium" pitchFamily="2" charset="77"/>
            </a:endParaRPr>
          </a:p>
        </p:txBody>
      </p:sp>
      <p:sp>
        <p:nvSpPr>
          <p:cNvPr id="12" name="menu item 4">
            <a:extLst>
              <a:ext uri="{FF2B5EF4-FFF2-40B4-BE49-F238E27FC236}">
                <a16:creationId xmlns:a16="http://schemas.microsoft.com/office/drawing/2014/main" id="{3F776CFF-E908-6BE0-7DB8-FC77FCAA6A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8453" y="4962127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Menu item 4</a:t>
            </a:r>
          </a:p>
        </p:txBody>
      </p:sp>
      <p:sp>
        <p:nvSpPr>
          <p:cNvPr id="11" name="menu item 3">
            <a:extLst>
              <a:ext uri="{FF2B5EF4-FFF2-40B4-BE49-F238E27FC236}">
                <a16:creationId xmlns:a16="http://schemas.microsoft.com/office/drawing/2014/main" id="{1951062A-6C0A-393A-0A25-1A2F5DDD48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8453" y="3857969"/>
            <a:ext cx="2022348" cy="246221"/>
          </a:xfrm>
          <a:ln>
            <a:noFill/>
          </a:ln>
        </p:spPr>
        <p:txBody>
          <a:bodyPr vert="horz" wrap="square" lIns="27432" tIns="0" rIns="27432" bIns="0" rtlCol="0" anchor="ctr">
            <a:spAutoFit/>
          </a:bodyPr>
          <a:lstStyle>
            <a:lvl1pPr marL="0" indent="0">
              <a:buNone/>
              <a:defRPr lang="en-US" sz="16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Menu item 3</a:t>
            </a:r>
          </a:p>
        </p:txBody>
      </p:sp>
      <p:sp>
        <p:nvSpPr>
          <p:cNvPr id="8" name="menu item 2">
            <a:extLst>
              <a:ext uri="{FF2B5EF4-FFF2-40B4-BE49-F238E27FC236}">
                <a16:creationId xmlns:a16="http://schemas.microsoft.com/office/drawing/2014/main" id="{4D7435F3-1B4A-2AFD-8F73-B999F1C834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453" y="2753811"/>
            <a:ext cx="2022348" cy="246221"/>
          </a:xfrm>
          <a:ln>
            <a:noFill/>
          </a:ln>
        </p:spPr>
        <p:txBody>
          <a:bodyPr vert="horz" wrap="square" lIns="27432" tIns="0" rIns="27432" bIns="0" rtlCol="0" anchor="ctr">
            <a:spAutoFit/>
          </a:bodyPr>
          <a:lstStyle>
            <a:lvl1pPr marL="0" indent="0">
              <a:buNone/>
              <a:defRPr lang="en-US"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Menu item 2</a:t>
            </a:r>
          </a:p>
        </p:txBody>
      </p:sp>
      <p:sp>
        <p:nvSpPr>
          <p:cNvPr id="6" name="menu item 1">
            <a:extLst>
              <a:ext uri="{FF2B5EF4-FFF2-40B4-BE49-F238E27FC236}">
                <a16:creationId xmlns:a16="http://schemas.microsoft.com/office/drawing/2014/main" id="{3658E24F-A8C4-F1B6-C281-7AECD306BE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8453" y="1649653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lang="en-US" sz="1600" b="0" i="0" kern="1200" spc="0" baseline="0">
                <a:solidFill>
                  <a:schemeClr val="bg1">
                    <a:alpha val="30000"/>
                  </a:schemeClr>
                </a:solidFill>
                <a:latin typeface="+mn-lt"/>
                <a:ea typeface="+mn-ea"/>
                <a:cs typeface="DT Flow Light Light" panose="020F0302020204030204" pitchFamily="34" charset="0"/>
              </a:defRPr>
            </a:lvl1pPr>
          </a:lstStyle>
          <a:p>
            <a:pPr lvl="0"/>
            <a:r>
              <a:rPr lang="en-US"/>
              <a:t>Menu item 1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C7E3137-5F89-112B-AE4F-DF46D9691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73278"/>
            <a:ext cx="7889748" cy="5693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21A3DEE-DC50-1BF6-1807-7B9CBC4794A6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9" name="line">
              <a:extLst>
                <a:ext uri="{FF2B5EF4-FFF2-40B4-BE49-F238E27FC236}">
                  <a16:creationId xmlns:a16="http://schemas.microsoft.com/office/drawing/2014/main" id="{B15ABF44-6422-ED50-F43E-0D8407D4396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logo">
              <a:extLst>
                <a:ext uri="{FF2B5EF4-FFF2-40B4-BE49-F238E27FC236}">
                  <a16:creationId xmlns:a16="http://schemas.microsoft.com/office/drawing/2014/main" id="{7BFF2E95-7132-E8CF-9F19-F9D1DEBCE5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13" name="divider">
            <a:extLst>
              <a:ext uri="{FF2B5EF4-FFF2-40B4-BE49-F238E27FC236}">
                <a16:creationId xmlns:a16="http://schemas.microsoft.com/office/drawing/2014/main" id="{5E01BC67-CD6D-EFCB-CC51-A9590C04A9B5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37338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77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52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nu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8F08D-35DE-989B-A08D-DAF7ECAEC8D3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472184"/>
            <a:ext cx="7886700" cy="4709160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ide bar">
            <a:extLst>
              <a:ext uri="{FF2B5EF4-FFF2-40B4-BE49-F238E27FC236}">
                <a16:creationId xmlns:a16="http://schemas.microsoft.com/office/drawing/2014/main" id="{ACF72640-2438-617A-B3B6-793B02C5E427}"/>
              </a:ext>
            </a:extLst>
          </p:cNvPr>
          <p:cNvSpPr txBox="1">
            <a:spLocks/>
          </p:cNvSpPr>
          <p:nvPr userDrawn="1"/>
        </p:nvSpPr>
        <p:spPr>
          <a:xfrm>
            <a:off x="-1523" y="0"/>
            <a:ext cx="3162300" cy="6858000"/>
          </a:xfrm>
          <a:prstGeom prst="rect">
            <a:avLst/>
          </a:prstGeom>
          <a:gradFill>
            <a:gsLst>
              <a:gs pos="95000">
                <a:schemeClr val="accent3"/>
              </a:gs>
              <a:gs pos="0">
                <a:schemeClr val="accent6"/>
              </a:gs>
            </a:gsLst>
            <a:lin ang="7800000" scaled="0"/>
          </a:gradFill>
          <a:ln w="25400">
            <a:noFill/>
            <a:miter lim="800000"/>
          </a:ln>
          <a:effectLst/>
        </p:spPr>
        <p:txBody>
          <a:bodyPr vert="horz" wrap="square" lIns="182880" tIns="0" rIns="182880" bIns="274320" rtlCol="0" anchor="ctr">
            <a:noAutofit/>
          </a:bodyPr>
          <a:lstStyle>
            <a:lvl1pPr marL="0" marR="0" indent="0" algn="l" defTabSz="914258" rtl="0" eaLnBrk="1" fontAlgn="ctr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600" b="0" i="0" kern="1200" cap="none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</a:lstStyle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b="0" i="0">
              <a:latin typeface="DT Flow Medium" pitchFamily="2" charset="77"/>
            </a:endParaRPr>
          </a:p>
        </p:txBody>
      </p:sp>
      <p:sp>
        <p:nvSpPr>
          <p:cNvPr id="12" name="menu item 4">
            <a:extLst>
              <a:ext uri="{FF2B5EF4-FFF2-40B4-BE49-F238E27FC236}">
                <a16:creationId xmlns:a16="http://schemas.microsoft.com/office/drawing/2014/main" id="{3F776CFF-E908-6BE0-7DB8-FC77FCAA6A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8453" y="4962127"/>
            <a:ext cx="2022348" cy="246221"/>
          </a:xfrm>
          <a:ln>
            <a:noFill/>
          </a:ln>
        </p:spPr>
        <p:txBody>
          <a:bodyPr vert="horz" wrap="square" lIns="27432" tIns="0" rIns="27432" bIns="0" rtlCol="0" anchor="ctr">
            <a:spAutoFit/>
          </a:bodyPr>
          <a:lstStyle>
            <a:lvl1pPr marL="0" indent="0">
              <a:buNone/>
              <a:defRPr lang="en-US" sz="16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Menu item 4</a:t>
            </a:r>
          </a:p>
        </p:txBody>
      </p:sp>
      <p:sp>
        <p:nvSpPr>
          <p:cNvPr id="11" name="menu item 3">
            <a:extLst>
              <a:ext uri="{FF2B5EF4-FFF2-40B4-BE49-F238E27FC236}">
                <a16:creationId xmlns:a16="http://schemas.microsoft.com/office/drawing/2014/main" id="{1951062A-6C0A-393A-0A25-1A2F5DDD48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8453" y="3857969"/>
            <a:ext cx="2022348" cy="246221"/>
          </a:xfrm>
          <a:ln>
            <a:noFill/>
          </a:ln>
        </p:spPr>
        <p:txBody>
          <a:bodyPr vert="horz" wrap="square" lIns="27432" tIns="0" rIns="27432" bIns="0" rtlCol="0" anchor="ctr">
            <a:spAutoFit/>
          </a:bodyPr>
          <a:lstStyle>
            <a:lvl1pPr marL="0" indent="0">
              <a:buNone/>
              <a:defRPr lang="en-US"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Menu item 3</a:t>
            </a:r>
          </a:p>
        </p:txBody>
      </p:sp>
      <p:sp>
        <p:nvSpPr>
          <p:cNvPr id="8" name="menu item 2">
            <a:extLst>
              <a:ext uri="{FF2B5EF4-FFF2-40B4-BE49-F238E27FC236}">
                <a16:creationId xmlns:a16="http://schemas.microsoft.com/office/drawing/2014/main" id="{4D7435F3-1B4A-2AFD-8F73-B999F1C834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453" y="2753811"/>
            <a:ext cx="2022348" cy="246221"/>
          </a:xfrm>
          <a:ln>
            <a:noFill/>
          </a:ln>
        </p:spPr>
        <p:txBody>
          <a:bodyPr vert="horz" wrap="square" lIns="27432" tIns="0" rIns="27432" bIns="0" rtlCol="0" anchor="ctr">
            <a:spAutoFit/>
          </a:bodyPr>
          <a:lstStyle>
            <a:lvl1pPr marL="0" indent="0">
              <a:buNone/>
              <a:defRPr lang="en-US"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Menu item 2</a:t>
            </a:r>
          </a:p>
        </p:txBody>
      </p:sp>
      <p:sp>
        <p:nvSpPr>
          <p:cNvPr id="6" name="menu item 1">
            <a:extLst>
              <a:ext uri="{FF2B5EF4-FFF2-40B4-BE49-F238E27FC236}">
                <a16:creationId xmlns:a16="http://schemas.microsoft.com/office/drawing/2014/main" id="{3658E24F-A8C4-F1B6-C281-7AECD306BE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8453" y="1649653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lang="en-US" sz="1600" b="0" i="0" kern="1200" spc="0" baseline="0">
                <a:solidFill>
                  <a:schemeClr val="bg1">
                    <a:alpha val="30000"/>
                  </a:schemeClr>
                </a:solidFill>
                <a:latin typeface="+mn-lt"/>
                <a:ea typeface="+mn-ea"/>
                <a:cs typeface="DT Flow Light Light" panose="020F0302020204030204" pitchFamily="34" charset="0"/>
              </a:defRPr>
            </a:lvl1pPr>
          </a:lstStyle>
          <a:p>
            <a:pPr lvl="0"/>
            <a:r>
              <a:rPr lang="en-US"/>
              <a:t>Menu item 1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7575160-9067-D5AA-8223-78E0EB080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73278"/>
            <a:ext cx="7889748" cy="5693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B52362-C735-9A02-7482-C4231394CCD5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10" name="line">
              <a:extLst>
                <a:ext uri="{FF2B5EF4-FFF2-40B4-BE49-F238E27FC236}">
                  <a16:creationId xmlns:a16="http://schemas.microsoft.com/office/drawing/2014/main" id="{C9E406AA-D2B5-6557-5592-4F96361C7E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logo">
              <a:extLst>
                <a:ext uri="{FF2B5EF4-FFF2-40B4-BE49-F238E27FC236}">
                  <a16:creationId xmlns:a16="http://schemas.microsoft.com/office/drawing/2014/main" id="{B45BB3C9-9638-9C57-1E4C-AAB2BBACDA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14" name="divider">
            <a:extLst>
              <a:ext uri="{FF2B5EF4-FFF2-40B4-BE49-F238E27FC236}">
                <a16:creationId xmlns:a16="http://schemas.microsoft.com/office/drawing/2014/main" id="{85316A0F-97F1-411D-9D37-CC190587955F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37338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6627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52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 2">
            <a:extLst>
              <a:ext uri="{FF2B5EF4-FFF2-40B4-BE49-F238E27FC236}">
                <a16:creationId xmlns:a16="http://schemas.microsoft.com/office/drawing/2014/main" id="{6E3D1B30-5F5D-96D6-BE6F-42EA329D94E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0415" y="2057400"/>
            <a:ext cx="5410803" cy="3041048"/>
          </a:xfrm>
          <a:prstGeom prst="roundRect">
            <a:avLst>
              <a:gd name="adj" fmla="val 2890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image 1">
            <a:extLst>
              <a:ext uri="{FF2B5EF4-FFF2-40B4-BE49-F238E27FC236}">
                <a16:creationId xmlns:a16="http://schemas.microsoft.com/office/drawing/2014/main" id="{CC5FCCE1-3683-530D-0EEF-8FDFE79EAB9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1500" y="2057400"/>
            <a:ext cx="5409422" cy="3041048"/>
          </a:xfrm>
          <a:prstGeom prst="roundRect">
            <a:avLst>
              <a:gd name="adj" fmla="val 2890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8081B6-6727-7152-3104-F7859E48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627FFA-19BD-D6B9-B653-883B5F82BFC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B94849EA-58E9-B075-CF28-5B7310116942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8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25145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 2">
            <a:extLst>
              <a:ext uri="{FF2B5EF4-FFF2-40B4-BE49-F238E27FC236}">
                <a16:creationId xmlns:a16="http://schemas.microsoft.com/office/drawing/2014/main" id="{6E3D1B30-5F5D-96D6-BE6F-42EA329D94E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0416" y="1247180"/>
            <a:ext cx="4470284" cy="2512446"/>
          </a:xfrm>
          <a:prstGeom prst="roundRect">
            <a:avLst>
              <a:gd name="adj" fmla="val 349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image 1">
            <a:extLst>
              <a:ext uri="{FF2B5EF4-FFF2-40B4-BE49-F238E27FC236}">
                <a16:creationId xmlns:a16="http://schemas.microsoft.com/office/drawing/2014/main" id="{CC5FCCE1-3683-530D-0EEF-8FDFE79EAB9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511300" y="1246910"/>
            <a:ext cx="4469622" cy="2512715"/>
          </a:xfrm>
          <a:prstGeom prst="roundRect">
            <a:avLst>
              <a:gd name="adj" fmla="val 3497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5" name="image 4">
            <a:extLst>
              <a:ext uri="{FF2B5EF4-FFF2-40B4-BE49-F238E27FC236}">
                <a16:creationId xmlns:a16="http://schemas.microsoft.com/office/drawing/2014/main" id="{B4F907FE-98F4-AF57-4C6D-A7B11B06FB5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210416" y="3988218"/>
            <a:ext cx="4470284" cy="2512446"/>
          </a:xfrm>
          <a:prstGeom prst="roundRect">
            <a:avLst>
              <a:gd name="adj" fmla="val 349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3" name="image 3">
            <a:extLst>
              <a:ext uri="{FF2B5EF4-FFF2-40B4-BE49-F238E27FC236}">
                <a16:creationId xmlns:a16="http://schemas.microsoft.com/office/drawing/2014/main" id="{45B6E02D-A8C2-68E8-46B2-08D5C3BA6B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511300" y="3988217"/>
            <a:ext cx="4469621" cy="2512714"/>
          </a:xfrm>
          <a:prstGeom prst="roundRect">
            <a:avLst>
              <a:gd name="adj" fmla="val 3497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8081B6-6727-7152-3104-F7859E48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F0BD3-30B8-2F6A-0CDC-E484E45E59CC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009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 3">
            <a:extLst>
              <a:ext uri="{FF2B5EF4-FFF2-40B4-BE49-F238E27FC236}">
                <a16:creationId xmlns:a16="http://schemas.microsoft.com/office/drawing/2014/main" id="{2E9CFE60-37B1-85B8-E800-A1EB45291D0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89636" y="1851788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image 2">
            <a:extLst>
              <a:ext uri="{FF2B5EF4-FFF2-40B4-BE49-F238E27FC236}">
                <a16:creationId xmlns:a16="http://schemas.microsoft.com/office/drawing/2014/main" id="{6E3D1B30-5F5D-96D6-BE6F-42EA329D94E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330757" y="1851788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image 1">
            <a:extLst>
              <a:ext uri="{FF2B5EF4-FFF2-40B4-BE49-F238E27FC236}">
                <a16:creationId xmlns:a16="http://schemas.microsoft.com/office/drawing/2014/main" id="{CC5FCCE1-3683-530D-0EEF-8FDFE79EAB9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1482" y="1851787"/>
            <a:ext cx="3529584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4" name="image 6">
            <a:extLst>
              <a:ext uri="{FF2B5EF4-FFF2-40B4-BE49-F238E27FC236}">
                <a16:creationId xmlns:a16="http://schemas.microsoft.com/office/drawing/2014/main" id="{BD54CE37-86C4-858E-4B21-389FFA5CDC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9636" y="4064628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5" name="image 5">
            <a:extLst>
              <a:ext uri="{FF2B5EF4-FFF2-40B4-BE49-F238E27FC236}">
                <a16:creationId xmlns:a16="http://schemas.microsoft.com/office/drawing/2014/main" id="{B4F907FE-98F4-AF57-4C6D-A7B11B06FB5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0757" y="4064628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3" name="image 4">
            <a:extLst>
              <a:ext uri="{FF2B5EF4-FFF2-40B4-BE49-F238E27FC236}">
                <a16:creationId xmlns:a16="http://schemas.microsoft.com/office/drawing/2014/main" id="{45B6E02D-A8C2-68E8-46B2-08D5C3BA6B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71482" y="4064627"/>
            <a:ext cx="3529584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8081B6-6727-7152-3104-F7859E48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C5857-CE79-D03C-C134-100F02557A2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6B5487E2-5FD5-41FD-43D8-47EDEF96D3E6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16448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mage 4">
            <a:extLst>
              <a:ext uri="{FF2B5EF4-FFF2-40B4-BE49-F238E27FC236}">
                <a16:creationId xmlns:a16="http://schemas.microsoft.com/office/drawing/2014/main" id="{BCA85D12-8BF2-F652-B758-E32598A9513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29702" y="1856232"/>
            <a:ext cx="2587752" cy="1984248"/>
          </a:xfrm>
          <a:prstGeom prst="roundRect">
            <a:avLst>
              <a:gd name="adj" fmla="val 4413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8" name="image 3">
            <a:extLst>
              <a:ext uri="{FF2B5EF4-FFF2-40B4-BE49-F238E27FC236}">
                <a16:creationId xmlns:a16="http://schemas.microsoft.com/office/drawing/2014/main" id="{AA4F341F-39D1-2B4F-4AB4-EB36B3DCD1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0295" y="1856232"/>
            <a:ext cx="2587752" cy="1984248"/>
          </a:xfrm>
          <a:prstGeom prst="roundRect">
            <a:avLst>
              <a:gd name="adj" fmla="val 4414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9" name="image 2">
            <a:extLst>
              <a:ext uri="{FF2B5EF4-FFF2-40B4-BE49-F238E27FC236}">
                <a16:creationId xmlns:a16="http://schemas.microsoft.com/office/drawing/2014/main" id="{36D0C75C-49F0-BFA1-BA3D-FE0FE4401EC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90889" y="1856232"/>
            <a:ext cx="25877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0E483506-6102-0B79-C4C2-D3EE45367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71483" y="1856232"/>
            <a:ext cx="2587752" cy="1984248"/>
          </a:xfrm>
          <a:prstGeom prst="roundRect">
            <a:avLst>
              <a:gd name="adj" fmla="val 4408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7" name="image 8">
            <a:extLst>
              <a:ext uri="{FF2B5EF4-FFF2-40B4-BE49-F238E27FC236}">
                <a16:creationId xmlns:a16="http://schemas.microsoft.com/office/drawing/2014/main" id="{89DD4768-7D59-ABF0-3DE1-18E71184835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030602" y="4066071"/>
            <a:ext cx="2586852" cy="1984248"/>
          </a:xfrm>
          <a:prstGeom prst="roundRect">
            <a:avLst>
              <a:gd name="adj" fmla="val 4414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6" name="image 7">
            <a:extLst>
              <a:ext uri="{FF2B5EF4-FFF2-40B4-BE49-F238E27FC236}">
                <a16:creationId xmlns:a16="http://schemas.microsoft.com/office/drawing/2014/main" id="{6FFECD95-A5B8-1948-7FA6-6534E85BC5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0895" y="4066071"/>
            <a:ext cx="2586852" cy="1984248"/>
          </a:xfrm>
          <a:prstGeom prst="roundRect">
            <a:avLst>
              <a:gd name="adj" fmla="val 4414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1" name="image 6">
            <a:extLst>
              <a:ext uri="{FF2B5EF4-FFF2-40B4-BE49-F238E27FC236}">
                <a16:creationId xmlns:a16="http://schemas.microsoft.com/office/drawing/2014/main" id="{8CCED49C-930A-B9B9-AFD6-A952CD5F658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391189" y="4066071"/>
            <a:ext cx="2586852" cy="1984248"/>
          </a:xfrm>
          <a:prstGeom prst="roundRect">
            <a:avLst>
              <a:gd name="adj" fmla="val 4414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2" name="image 5">
            <a:extLst>
              <a:ext uri="{FF2B5EF4-FFF2-40B4-BE49-F238E27FC236}">
                <a16:creationId xmlns:a16="http://schemas.microsoft.com/office/drawing/2014/main" id="{FF0C0B84-60F5-BC0E-DA2C-8240AAAEC33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71483" y="4066071"/>
            <a:ext cx="2586852" cy="1984248"/>
          </a:xfrm>
          <a:prstGeom prst="roundRect">
            <a:avLst>
              <a:gd name="adj" fmla="val 4414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8081B6-6727-7152-3104-F7859E48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21500-533C-83BC-7C89-34826BF03B23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F6B3A7DD-D7CB-7C1A-6108-B53A71D2147A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034660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+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 2">
            <a:extLst>
              <a:ext uri="{FF2B5EF4-FFF2-40B4-BE49-F238E27FC236}">
                <a16:creationId xmlns:a16="http://schemas.microsoft.com/office/drawing/2014/main" id="{8C7418FC-ED71-5044-B8D6-682AF5FBA647}"/>
              </a:ext>
            </a:extLst>
          </p:cNvPr>
          <p:cNvSpPr>
            <a:spLocks noGrp="1" noChangeAspect="1"/>
          </p:cNvSpPr>
          <p:nvPr>
            <p:ph type="pic" sz="quarter" idx="108"/>
          </p:nvPr>
        </p:nvSpPr>
        <p:spPr>
          <a:xfrm>
            <a:off x="6210098" y="1906524"/>
            <a:ext cx="5409261" cy="3044952"/>
          </a:xfrm>
          <a:prstGeom prst="roundRect">
            <a:avLst>
              <a:gd name="adj" fmla="val 288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5" name="image 1">
            <a:extLst>
              <a:ext uri="{FF2B5EF4-FFF2-40B4-BE49-F238E27FC236}">
                <a16:creationId xmlns:a16="http://schemas.microsoft.com/office/drawing/2014/main" id="{A994FEA4-9FA4-81C6-CB46-B5A6FA89850E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71482" y="1906522"/>
            <a:ext cx="5409261" cy="3044953"/>
          </a:xfrm>
          <a:prstGeom prst="roundRect">
            <a:avLst>
              <a:gd name="adj" fmla="val 288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890CE1FE-479D-AAAB-C931-409374543E8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210097" y="5118005"/>
            <a:ext cx="5409261" cy="332399"/>
          </a:xfrm>
          <a:ln w="508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9" name="text box1">
            <a:extLst>
              <a:ext uri="{FF2B5EF4-FFF2-40B4-BE49-F238E27FC236}">
                <a16:creationId xmlns:a16="http://schemas.microsoft.com/office/drawing/2014/main" id="{596B55DA-8FDA-6C60-33A0-0BBDE2DAAB55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1481" y="5118005"/>
            <a:ext cx="5409264" cy="332399"/>
          </a:xfrm>
          <a:ln w="508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D80053F-817D-C8B4-2286-B608292E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4A030-8643-4CD6-A2E0-6689AA04D108}"/>
              </a:ext>
            </a:extLst>
          </p:cNvPr>
          <p:cNvSpPr>
            <a:spLocks noGrp="1"/>
          </p:cNvSpPr>
          <p:nvPr>
            <p:ph type="sldNum" sz="quarter" idx="113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A610337D-7BE4-8F9D-DE03-D5DC47786651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80129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+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 3">
            <a:extLst>
              <a:ext uri="{FF2B5EF4-FFF2-40B4-BE49-F238E27FC236}">
                <a16:creationId xmlns:a16="http://schemas.microsoft.com/office/drawing/2014/main" id="{E4D75DCA-A95A-F2F1-D985-13557C5310B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89636" y="2104193"/>
            <a:ext cx="3530485" cy="1985391"/>
          </a:xfrm>
          <a:prstGeom prst="roundRect">
            <a:avLst>
              <a:gd name="adj" fmla="val 442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image 2">
            <a:extLst>
              <a:ext uri="{FF2B5EF4-FFF2-40B4-BE49-F238E27FC236}">
                <a16:creationId xmlns:a16="http://schemas.microsoft.com/office/drawing/2014/main" id="{12A00573-5AEC-994D-4C82-E2178A5EA58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30559" y="2104193"/>
            <a:ext cx="3530485" cy="1985391"/>
          </a:xfrm>
          <a:prstGeom prst="roundRect">
            <a:avLst>
              <a:gd name="adj" fmla="val 442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image 1">
            <a:extLst>
              <a:ext uri="{FF2B5EF4-FFF2-40B4-BE49-F238E27FC236}">
                <a16:creationId xmlns:a16="http://schemas.microsoft.com/office/drawing/2014/main" id="{45B790CE-FD83-4775-0547-6F5E2B796E9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1482" y="2104192"/>
            <a:ext cx="3530485" cy="1985391"/>
          </a:xfrm>
          <a:prstGeom prst="roundRect">
            <a:avLst>
              <a:gd name="adj" fmla="val 442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70A39494-9AA0-5A89-7BC9-9D2AFC2207C7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86584" y="4249228"/>
            <a:ext cx="3528959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E77459AA-3D39-DE56-FBD3-2251E986872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29796" y="4249228"/>
            <a:ext cx="3528959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8" name="text box 1">
            <a:extLst>
              <a:ext uri="{FF2B5EF4-FFF2-40B4-BE49-F238E27FC236}">
                <a16:creationId xmlns:a16="http://schemas.microsoft.com/office/drawing/2014/main" id="{F98A2FE4-4926-F70D-303C-0FD8236A39F8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245" y="4249228"/>
            <a:ext cx="3528959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6318E2D-8690-8256-4B7B-ED6ADD3D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DCF93BC-2EB0-EEA2-FC52-4317B9E7824E}"/>
              </a:ext>
            </a:extLst>
          </p:cNvPr>
          <p:cNvSpPr>
            <a:spLocks noGrp="1"/>
          </p:cNvSpPr>
          <p:nvPr>
            <p:ph type="sldNum" sz="quarter" idx="115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D8DFB9F5-4094-FD0E-711F-749553E53333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5692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+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 4">
            <a:extLst>
              <a:ext uri="{FF2B5EF4-FFF2-40B4-BE49-F238E27FC236}">
                <a16:creationId xmlns:a16="http://schemas.microsoft.com/office/drawing/2014/main" id="{26CD4344-D941-0770-2EF3-A545BB08D0A1}"/>
              </a:ext>
            </a:extLst>
          </p:cNvPr>
          <p:cNvSpPr>
            <a:spLocks noGrp="1"/>
          </p:cNvSpPr>
          <p:nvPr>
            <p:ph type="pic" sz="quarter" idx="119"/>
          </p:nvPr>
        </p:nvSpPr>
        <p:spPr>
          <a:xfrm>
            <a:off x="9030169" y="1888155"/>
            <a:ext cx="2589953" cy="2533650"/>
          </a:xfrm>
          <a:prstGeom prst="roundRect">
            <a:avLst>
              <a:gd name="adj" fmla="val 346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0" name="image 3">
            <a:extLst>
              <a:ext uri="{FF2B5EF4-FFF2-40B4-BE49-F238E27FC236}">
                <a16:creationId xmlns:a16="http://schemas.microsoft.com/office/drawing/2014/main" id="{C94F5768-521A-FC5B-2967-499758D01166}"/>
              </a:ext>
            </a:extLst>
          </p:cNvPr>
          <p:cNvSpPr>
            <a:spLocks noGrp="1"/>
          </p:cNvSpPr>
          <p:nvPr>
            <p:ph type="pic" sz="quarter" idx="118"/>
          </p:nvPr>
        </p:nvSpPr>
        <p:spPr>
          <a:xfrm>
            <a:off x="6210861" y="1888155"/>
            <a:ext cx="2589953" cy="2533650"/>
          </a:xfrm>
          <a:prstGeom prst="roundRect">
            <a:avLst>
              <a:gd name="adj" fmla="val 346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9" name="image 2">
            <a:extLst>
              <a:ext uri="{FF2B5EF4-FFF2-40B4-BE49-F238E27FC236}">
                <a16:creationId xmlns:a16="http://schemas.microsoft.com/office/drawing/2014/main" id="{A89FCDA4-7206-B75B-AC90-62F0B1DE3AEE}"/>
              </a:ext>
            </a:extLst>
          </p:cNvPr>
          <p:cNvSpPr>
            <a:spLocks noGrp="1"/>
          </p:cNvSpPr>
          <p:nvPr>
            <p:ph type="pic" sz="quarter" idx="117"/>
          </p:nvPr>
        </p:nvSpPr>
        <p:spPr>
          <a:xfrm>
            <a:off x="3391553" y="1888155"/>
            <a:ext cx="2589953" cy="2533650"/>
          </a:xfrm>
          <a:prstGeom prst="roundRect">
            <a:avLst>
              <a:gd name="adj" fmla="val 346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8" name="image 1">
            <a:extLst>
              <a:ext uri="{FF2B5EF4-FFF2-40B4-BE49-F238E27FC236}">
                <a16:creationId xmlns:a16="http://schemas.microsoft.com/office/drawing/2014/main" id="{3432FEA1-661F-6826-1D29-74363DE876C7}"/>
              </a:ext>
            </a:extLst>
          </p:cNvPr>
          <p:cNvSpPr>
            <a:spLocks noGrp="1"/>
          </p:cNvSpPr>
          <p:nvPr>
            <p:ph type="pic" sz="quarter" idx="116"/>
          </p:nvPr>
        </p:nvSpPr>
        <p:spPr>
          <a:xfrm>
            <a:off x="572245" y="1888155"/>
            <a:ext cx="2589953" cy="2533650"/>
          </a:xfrm>
          <a:prstGeom prst="roundRect">
            <a:avLst>
              <a:gd name="adj" fmla="val 346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7F6EF73E-79E3-FA37-4FFC-FD7D83C3116F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030169" y="4582225"/>
            <a:ext cx="2589953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E6BC1D57-297C-7B5E-93C9-B102142EB2CC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210861" y="4582225"/>
            <a:ext cx="2589953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9" name="text box 2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391553" y="4582225"/>
            <a:ext cx="2589953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box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245" y="4582225"/>
            <a:ext cx="2589953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A04FA9D-3D6B-0360-DF22-EF48E57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686CC-E0B5-C22A-AE31-91CC506A3235}"/>
              </a:ext>
            </a:extLst>
          </p:cNvPr>
          <p:cNvSpPr>
            <a:spLocks noGrp="1"/>
          </p:cNvSpPr>
          <p:nvPr>
            <p:ph type="sldNum" sz="quarter" idx="12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AF853A6-430E-129E-EA94-48085D9B37D7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8947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 cards+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077225" y="1866900"/>
            <a:ext cx="3531711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8077093" y="4197096"/>
            <a:ext cx="3531975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8077093" y="3538728"/>
            <a:ext cx="3531975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330780" y="1866900"/>
            <a:ext cx="3530441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30647" y="4197096"/>
            <a:ext cx="3530706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330647" y="3538728"/>
            <a:ext cx="3530706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1527" y="1866900"/>
            <a:ext cx="3530441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1394" y="4197096"/>
            <a:ext cx="3530706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1394" y="3538728"/>
            <a:ext cx="3530706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6" name="title">
            <a:extLst>
              <a:ext uri="{FF2B5EF4-FFF2-40B4-BE49-F238E27FC236}">
                <a16:creationId xmlns:a16="http://schemas.microsoft.com/office/drawing/2014/main" id="{8FBCE36B-B86A-73AA-E57A-EA2707AF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45EFFE-5F27-A2C0-9A98-079111CF2E43}"/>
              </a:ext>
            </a:extLst>
          </p:cNvPr>
          <p:cNvSpPr>
            <a:spLocks noGrp="1"/>
          </p:cNvSpPr>
          <p:nvPr>
            <p:ph type="sldNum" sz="quarter" idx="136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con shape 3">
            <a:extLst>
              <a:ext uri="{FF2B5EF4-FFF2-40B4-BE49-F238E27FC236}">
                <a16:creationId xmlns:a16="http://schemas.microsoft.com/office/drawing/2014/main" id="{850E1720-0B9B-304D-280B-9DE840108DD7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 flipH="1">
            <a:off x="9374411" y="2403073"/>
            <a:ext cx="937338" cy="93734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icon shape 2">
            <a:extLst>
              <a:ext uri="{FF2B5EF4-FFF2-40B4-BE49-F238E27FC236}">
                <a16:creationId xmlns:a16="http://schemas.microsoft.com/office/drawing/2014/main" id="{20563C26-EB84-025A-7FB8-46A3F3798B16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 flipH="1">
            <a:off x="5627331" y="2403073"/>
            <a:ext cx="937338" cy="93734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icon shape 1">
            <a:extLst>
              <a:ext uri="{FF2B5EF4-FFF2-40B4-BE49-F238E27FC236}">
                <a16:creationId xmlns:a16="http://schemas.microsoft.com/office/drawing/2014/main" id="{2A6E7D05-E638-DF9F-F51C-1A3FF589A05C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 flipH="1">
            <a:off x="1868078" y="2403073"/>
            <a:ext cx="937338" cy="9373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9" name="icon 3">
            <a:extLst>
              <a:ext uri="{FF2B5EF4-FFF2-40B4-BE49-F238E27FC236}">
                <a16:creationId xmlns:a16="http://schemas.microsoft.com/office/drawing/2014/main" id="{CB186E6E-4055-72B7-66FA-CA8DA1EC145E}"/>
              </a:ext>
            </a:extLst>
          </p:cNvPr>
          <p:cNvSpPr>
            <a:spLocks noGrp="1" noChangeAspect="1"/>
          </p:cNvSpPr>
          <p:nvPr>
            <p:ph type="pic" sz="quarter" idx="134" hasCustomPrompt="1"/>
          </p:nvPr>
        </p:nvSpPr>
        <p:spPr>
          <a:xfrm>
            <a:off x="9547795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icon 2">
            <a:extLst>
              <a:ext uri="{FF2B5EF4-FFF2-40B4-BE49-F238E27FC236}">
                <a16:creationId xmlns:a16="http://schemas.microsoft.com/office/drawing/2014/main" id="{97AE2655-2317-ED68-725B-2D92F4A60E55}"/>
              </a:ext>
            </a:extLst>
          </p:cNvPr>
          <p:cNvSpPr>
            <a:spLocks noGrp="1" noChangeAspect="1"/>
          </p:cNvSpPr>
          <p:nvPr>
            <p:ph type="pic" sz="quarter" idx="130" hasCustomPrompt="1"/>
          </p:nvPr>
        </p:nvSpPr>
        <p:spPr>
          <a:xfrm>
            <a:off x="5800715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2" name="icon 1">
            <a:extLst>
              <a:ext uri="{FF2B5EF4-FFF2-40B4-BE49-F238E27FC236}">
                <a16:creationId xmlns:a16="http://schemas.microsoft.com/office/drawing/2014/main" id="{2D8B94B6-7847-C4D4-6F48-7B2B81A07F92}"/>
              </a:ext>
            </a:extLst>
          </p:cNvPr>
          <p:cNvSpPr>
            <a:spLocks noGrp="1" noChangeAspect="1"/>
          </p:cNvSpPr>
          <p:nvPr>
            <p:ph type="pic" sz="quarter" idx="126" hasCustomPrompt="1"/>
          </p:nvPr>
        </p:nvSpPr>
        <p:spPr>
          <a:xfrm>
            <a:off x="2041462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E8046E89-E4DE-21F4-FCFA-A980F6198CA9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9158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 cards+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 card 4">
            <a:extLst>
              <a:ext uri="{FF2B5EF4-FFF2-40B4-BE49-F238E27FC236}">
                <a16:creationId xmlns:a16="http://schemas.microsoft.com/office/drawing/2014/main" id="{DF9CDDE4-8EDE-190A-9AC8-27F499C74E6C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9031394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8" name="subcopy 4">
            <a:extLst>
              <a:ext uri="{FF2B5EF4-FFF2-40B4-BE49-F238E27FC236}">
                <a16:creationId xmlns:a16="http://schemas.microsoft.com/office/drawing/2014/main" id="{2D5BEF99-EA9F-D665-9F85-FE7949FBAF9B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9031297" y="4199320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9" name="header 4">
            <a:extLst>
              <a:ext uri="{FF2B5EF4-FFF2-40B4-BE49-F238E27FC236}">
                <a16:creationId xmlns:a16="http://schemas.microsoft.com/office/drawing/2014/main" id="{D2485A51-831B-4CBA-F63E-2A37766E00B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9031297" y="3534660"/>
            <a:ext cx="2590147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>
                <a:effectLst/>
              </a:rPr>
              <a:t>Card title lorem dolor sit </a:t>
            </a:r>
            <a:r>
              <a:rPr lang="en-US" dirty="0" err="1">
                <a:effectLst/>
              </a:rPr>
              <a:t>amet</a:t>
            </a:r>
            <a:endParaRPr lang="en-US" dirty="0"/>
          </a:p>
        </p:txBody>
      </p:sp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211380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6211283" y="4199320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6211283" y="3534660"/>
            <a:ext cx="2590147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3391415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91318" y="4199320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391318" y="3534660"/>
            <a:ext cx="2590147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342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2245" y="4199320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2245" y="3534660"/>
            <a:ext cx="2590147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" name="icon shape 4">
            <a:extLst>
              <a:ext uri="{FF2B5EF4-FFF2-40B4-BE49-F238E27FC236}">
                <a16:creationId xmlns:a16="http://schemas.microsoft.com/office/drawing/2014/main" id="{D7336CAC-EA5D-C864-0505-BFC751B1D861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 flipH="1">
            <a:off x="9857701" y="2403073"/>
            <a:ext cx="937338" cy="93734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" name="icon shape 3">
            <a:extLst>
              <a:ext uri="{FF2B5EF4-FFF2-40B4-BE49-F238E27FC236}">
                <a16:creationId xmlns:a16="http://schemas.microsoft.com/office/drawing/2014/main" id="{DD63DE38-9A35-F3D2-02AE-272CC709E525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 flipH="1">
            <a:off x="7037687" y="2403073"/>
            <a:ext cx="937338" cy="93734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icon shape 2">
            <a:extLst>
              <a:ext uri="{FF2B5EF4-FFF2-40B4-BE49-F238E27FC236}">
                <a16:creationId xmlns:a16="http://schemas.microsoft.com/office/drawing/2014/main" id="{6DCC08E5-D15A-162C-4531-21A2CD7FE6A8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 flipH="1">
            <a:off x="4217722" y="2403073"/>
            <a:ext cx="937338" cy="93734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icon shape 1">
            <a:extLst>
              <a:ext uri="{FF2B5EF4-FFF2-40B4-BE49-F238E27FC236}">
                <a16:creationId xmlns:a16="http://schemas.microsoft.com/office/drawing/2014/main" id="{809AB416-A0EB-DEE7-0013-7EAFE6DCF1F4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 flipH="1">
            <a:off x="1398649" y="2403073"/>
            <a:ext cx="937338" cy="9373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40" name="icon 4">
            <a:extLst>
              <a:ext uri="{FF2B5EF4-FFF2-40B4-BE49-F238E27FC236}">
                <a16:creationId xmlns:a16="http://schemas.microsoft.com/office/drawing/2014/main" id="{BA841BFA-297C-756F-5FC6-4D6ED0B0A171}"/>
              </a:ext>
            </a:extLst>
          </p:cNvPr>
          <p:cNvSpPr>
            <a:spLocks noGrp="1" noChangeAspect="1"/>
          </p:cNvSpPr>
          <p:nvPr>
            <p:ph type="pic" sz="quarter" idx="138" hasCustomPrompt="1"/>
          </p:nvPr>
        </p:nvSpPr>
        <p:spPr>
          <a:xfrm>
            <a:off x="10031085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icon 3">
            <a:extLst>
              <a:ext uri="{FF2B5EF4-FFF2-40B4-BE49-F238E27FC236}">
                <a16:creationId xmlns:a16="http://schemas.microsoft.com/office/drawing/2014/main" id="{7AD67DA2-A00F-34CD-78DC-A5249A336D5B}"/>
              </a:ext>
            </a:extLst>
          </p:cNvPr>
          <p:cNvSpPr>
            <a:spLocks noGrp="1" noChangeAspect="1"/>
          </p:cNvSpPr>
          <p:nvPr>
            <p:ph type="pic" sz="quarter" idx="134" hasCustomPrompt="1"/>
          </p:nvPr>
        </p:nvSpPr>
        <p:spPr>
          <a:xfrm>
            <a:off x="7211071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2" name="icon 2">
            <a:extLst>
              <a:ext uri="{FF2B5EF4-FFF2-40B4-BE49-F238E27FC236}">
                <a16:creationId xmlns:a16="http://schemas.microsoft.com/office/drawing/2014/main" id="{1A3659D3-A78A-B75A-0FFA-377E638D40A4}"/>
              </a:ext>
            </a:extLst>
          </p:cNvPr>
          <p:cNvSpPr>
            <a:spLocks noGrp="1" noChangeAspect="1"/>
          </p:cNvSpPr>
          <p:nvPr>
            <p:ph type="pic" sz="quarter" idx="130" hasCustomPrompt="1"/>
          </p:nvPr>
        </p:nvSpPr>
        <p:spPr>
          <a:xfrm>
            <a:off x="4391106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icon 1">
            <a:extLst>
              <a:ext uri="{FF2B5EF4-FFF2-40B4-BE49-F238E27FC236}">
                <a16:creationId xmlns:a16="http://schemas.microsoft.com/office/drawing/2014/main" id="{09458A18-F7E9-70F7-BF0C-5C28CA01E933}"/>
              </a:ext>
            </a:extLst>
          </p:cNvPr>
          <p:cNvSpPr>
            <a:spLocks noGrp="1" noChangeAspect="1"/>
          </p:cNvSpPr>
          <p:nvPr>
            <p:ph type="pic" sz="quarter" idx="126" hasCustomPrompt="1"/>
          </p:nvPr>
        </p:nvSpPr>
        <p:spPr>
          <a:xfrm>
            <a:off x="1572033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6" name="title">
            <a:extLst>
              <a:ext uri="{FF2B5EF4-FFF2-40B4-BE49-F238E27FC236}">
                <a16:creationId xmlns:a16="http://schemas.microsoft.com/office/drawing/2014/main" id="{8FBCE36B-B86A-73AA-E57A-EA2707AF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A50BCE-8013-1AAC-2541-C336E9DF9AAD}"/>
              </a:ext>
            </a:extLst>
          </p:cNvPr>
          <p:cNvSpPr>
            <a:spLocks noGrp="1"/>
          </p:cNvSpPr>
          <p:nvPr>
            <p:ph type="sldNum" sz="quarter" idx="140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540D39BB-469A-EA10-A9DA-2663A96876A5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1234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cards+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092948" y="1597994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332224" y="1597994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4548" y="1597994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45" name="card 6">
            <a:extLst>
              <a:ext uri="{FF2B5EF4-FFF2-40B4-BE49-F238E27FC236}">
                <a16:creationId xmlns:a16="http://schemas.microsoft.com/office/drawing/2014/main" id="{DC491AA1-AC4E-7630-32DF-A5146409C5FB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8092948" y="4056402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41" name="card 5">
            <a:extLst>
              <a:ext uri="{FF2B5EF4-FFF2-40B4-BE49-F238E27FC236}">
                <a16:creationId xmlns:a16="http://schemas.microsoft.com/office/drawing/2014/main" id="{C9F3B2F0-3EAD-DF69-CC69-8C3F7B2330D9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4332224" y="4056402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7" name="card 4">
            <a:extLst>
              <a:ext uri="{FF2B5EF4-FFF2-40B4-BE49-F238E27FC236}">
                <a16:creationId xmlns:a16="http://schemas.microsoft.com/office/drawing/2014/main" id="{DF9CDDE4-8EDE-190A-9AC8-27F499C74E6C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574548" y="4056402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8092948" y="3059118"/>
            <a:ext cx="3527552" cy="5078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1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8092948" y="2715034"/>
            <a:ext cx="3527552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32224" y="3059118"/>
            <a:ext cx="3527552" cy="5078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1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332224" y="2715034"/>
            <a:ext cx="3527552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4548" y="3059118"/>
            <a:ext cx="3527552" cy="5078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1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4548" y="2715034"/>
            <a:ext cx="3527552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46" name="subcopy 6">
            <a:extLst>
              <a:ext uri="{FF2B5EF4-FFF2-40B4-BE49-F238E27FC236}">
                <a16:creationId xmlns:a16="http://schemas.microsoft.com/office/drawing/2014/main" id="{FFE2FA29-C194-E03B-8FA3-37E266B5F0D3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8092948" y="5517526"/>
            <a:ext cx="3527552" cy="5078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1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47" name="header 6">
            <a:extLst>
              <a:ext uri="{FF2B5EF4-FFF2-40B4-BE49-F238E27FC236}">
                <a16:creationId xmlns:a16="http://schemas.microsoft.com/office/drawing/2014/main" id="{7D28A5C1-729A-6AFD-D31C-ABD6005362E5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092948" y="5173442"/>
            <a:ext cx="3527552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42" name="subcopy 5">
            <a:extLst>
              <a:ext uri="{FF2B5EF4-FFF2-40B4-BE49-F238E27FC236}">
                <a16:creationId xmlns:a16="http://schemas.microsoft.com/office/drawing/2014/main" id="{D6E03BB6-A9B3-C5B2-D000-284627E0A105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4332224" y="5517526"/>
            <a:ext cx="3527552" cy="5078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1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43" name="header 5">
            <a:extLst>
              <a:ext uri="{FF2B5EF4-FFF2-40B4-BE49-F238E27FC236}">
                <a16:creationId xmlns:a16="http://schemas.microsoft.com/office/drawing/2014/main" id="{6AD73A66-886C-F709-1753-18BA1746D16F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4332224" y="5173442"/>
            <a:ext cx="3527552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38" name="subcopy 4">
            <a:extLst>
              <a:ext uri="{FF2B5EF4-FFF2-40B4-BE49-F238E27FC236}">
                <a16:creationId xmlns:a16="http://schemas.microsoft.com/office/drawing/2014/main" id="{2D5BEF99-EA9F-D665-9F85-FE7949FBAF9B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574548" y="5517526"/>
            <a:ext cx="3527552" cy="5078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1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9" name="header 4">
            <a:extLst>
              <a:ext uri="{FF2B5EF4-FFF2-40B4-BE49-F238E27FC236}">
                <a16:creationId xmlns:a16="http://schemas.microsoft.com/office/drawing/2014/main" id="{D2485A51-831B-4CBA-F63E-2A37766E00B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574548" y="5173442"/>
            <a:ext cx="3527552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12" name="icon shape 6">
            <a:extLst>
              <a:ext uri="{FF2B5EF4-FFF2-40B4-BE49-F238E27FC236}">
                <a16:creationId xmlns:a16="http://schemas.microsoft.com/office/drawing/2014/main" id="{C179CBFA-E567-FDE2-ED91-E0F4A4671C51}"/>
              </a:ext>
            </a:extLst>
          </p:cNvPr>
          <p:cNvSpPr>
            <a:spLocks noGrp="1"/>
          </p:cNvSpPr>
          <p:nvPr>
            <p:ph type="body" sz="quarter" idx="153" hasCustomPrompt="1"/>
          </p:nvPr>
        </p:nvSpPr>
        <p:spPr>
          <a:xfrm flipH="1">
            <a:off x="9480672" y="4319915"/>
            <a:ext cx="752104" cy="75210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0" name="icon shape 5">
            <a:extLst>
              <a:ext uri="{FF2B5EF4-FFF2-40B4-BE49-F238E27FC236}">
                <a16:creationId xmlns:a16="http://schemas.microsoft.com/office/drawing/2014/main" id="{042E38D5-A3FD-E72A-165B-82B8535D7EF7}"/>
              </a:ext>
            </a:extLst>
          </p:cNvPr>
          <p:cNvSpPr>
            <a:spLocks noGrp="1"/>
          </p:cNvSpPr>
          <p:nvPr>
            <p:ph type="body" sz="quarter" idx="152" hasCustomPrompt="1"/>
          </p:nvPr>
        </p:nvSpPr>
        <p:spPr>
          <a:xfrm flipH="1">
            <a:off x="5719948" y="4319915"/>
            <a:ext cx="752104" cy="752106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4" name="icon shape 4">
            <a:extLst>
              <a:ext uri="{FF2B5EF4-FFF2-40B4-BE49-F238E27FC236}">
                <a16:creationId xmlns:a16="http://schemas.microsoft.com/office/drawing/2014/main" id="{AD257D83-FE8B-D3DF-25AB-E04B10DFF979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 flipH="1">
            <a:off x="1962272" y="4319915"/>
            <a:ext cx="752104" cy="75210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icon shape 3">
            <a:extLst>
              <a:ext uri="{FF2B5EF4-FFF2-40B4-BE49-F238E27FC236}">
                <a16:creationId xmlns:a16="http://schemas.microsoft.com/office/drawing/2014/main" id="{A8257C06-C08C-BB17-015A-ECB12247BA27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 flipH="1">
            <a:off x="9480672" y="1861507"/>
            <a:ext cx="752104" cy="75210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icon shape 2">
            <a:extLst>
              <a:ext uri="{FF2B5EF4-FFF2-40B4-BE49-F238E27FC236}">
                <a16:creationId xmlns:a16="http://schemas.microsoft.com/office/drawing/2014/main" id="{836EC2BA-1957-04DB-D56E-A73745EF8E7D}"/>
              </a:ext>
            </a:extLst>
          </p:cNvPr>
          <p:cNvSpPr>
            <a:spLocks noGrp="1"/>
          </p:cNvSpPr>
          <p:nvPr>
            <p:ph type="body" sz="quarter" idx="150" hasCustomPrompt="1"/>
          </p:nvPr>
        </p:nvSpPr>
        <p:spPr>
          <a:xfrm flipH="1">
            <a:off x="5719948" y="1861507"/>
            <a:ext cx="752104" cy="75210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9" name="icon shape 1">
            <a:extLst>
              <a:ext uri="{FF2B5EF4-FFF2-40B4-BE49-F238E27FC236}">
                <a16:creationId xmlns:a16="http://schemas.microsoft.com/office/drawing/2014/main" id="{B944B822-1172-BDC4-D0CD-C11FD4FA6C9B}"/>
              </a:ext>
            </a:extLst>
          </p:cNvPr>
          <p:cNvSpPr>
            <a:spLocks noGrp="1"/>
          </p:cNvSpPr>
          <p:nvPr>
            <p:ph type="body" sz="quarter" idx="151" hasCustomPrompt="1"/>
          </p:nvPr>
        </p:nvSpPr>
        <p:spPr>
          <a:xfrm flipH="1">
            <a:off x="1962272" y="1861507"/>
            <a:ext cx="752104" cy="752106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48" name="icon 6">
            <a:extLst>
              <a:ext uri="{FF2B5EF4-FFF2-40B4-BE49-F238E27FC236}">
                <a16:creationId xmlns:a16="http://schemas.microsoft.com/office/drawing/2014/main" id="{55B11C47-04F9-0606-8505-A70122FEF182}"/>
              </a:ext>
            </a:extLst>
          </p:cNvPr>
          <p:cNvSpPr>
            <a:spLocks noGrp="1" noChangeAspect="1"/>
          </p:cNvSpPr>
          <p:nvPr>
            <p:ph type="pic" sz="quarter" idx="146" hasCustomPrompt="1"/>
          </p:nvPr>
        </p:nvSpPr>
        <p:spPr>
          <a:xfrm>
            <a:off x="9621190" y="4460428"/>
            <a:ext cx="471068" cy="471082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0" name="icon 4">
            <a:extLst>
              <a:ext uri="{FF2B5EF4-FFF2-40B4-BE49-F238E27FC236}">
                <a16:creationId xmlns:a16="http://schemas.microsoft.com/office/drawing/2014/main" id="{BA841BFA-297C-756F-5FC6-4D6ED0B0A171}"/>
              </a:ext>
            </a:extLst>
          </p:cNvPr>
          <p:cNvSpPr>
            <a:spLocks noGrp="1" noChangeAspect="1"/>
          </p:cNvSpPr>
          <p:nvPr>
            <p:ph type="pic" sz="quarter" idx="138" hasCustomPrompt="1"/>
          </p:nvPr>
        </p:nvSpPr>
        <p:spPr>
          <a:xfrm>
            <a:off x="2102790" y="4460428"/>
            <a:ext cx="471068" cy="471082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4" name="icon 5">
            <a:extLst>
              <a:ext uri="{FF2B5EF4-FFF2-40B4-BE49-F238E27FC236}">
                <a16:creationId xmlns:a16="http://schemas.microsoft.com/office/drawing/2014/main" id="{AF35BB42-F69C-5FC2-AB44-FFB8F754EF08}"/>
              </a:ext>
            </a:extLst>
          </p:cNvPr>
          <p:cNvSpPr>
            <a:spLocks noGrp="1" noChangeAspect="1"/>
          </p:cNvSpPr>
          <p:nvPr>
            <p:ph type="pic" sz="quarter" idx="142" hasCustomPrompt="1"/>
          </p:nvPr>
        </p:nvSpPr>
        <p:spPr>
          <a:xfrm>
            <a:off x="5860466" y="4460428"/>
            <a:ext cx="471068" cy="471082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icon 3">
            <a:extLst>
              <a:ext uri="{FF2B5EF4-FFF2-40B4-BE49-F238E27FC236}">
                <a16:creationId xmlns:a16="http://schemas.microsoft.com/office/drawing/2014/main" id="{7AD67DA2-A00F-34CD-78DC-A5249A336D5B}"/>
              </a:ext>
            </a:extLst>
          </p:cNvPr>
          <p:cNvSpPr>
            <a:spLocks noGrp="1" noChangeAspect="1"/>
          </p:cNvSpPr>
          <p:nvPr>
            <p:ph type="pic" sz="quarter" idx="134" hasCustomPrompt="1"/>
          </p:nvPr>
        </p:nvSpPr>
        <p:spPr>
          <a:xfrm>
            <a:off x="9621198" y="2002026"/>
            <a:ext cx="471054" cy="471068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2" name="icon 2">
            <a:extLst>
              <a:ext uri="{FF2B5EF4-FFF2-40B4-BE49-F238E27FC236}">
                <a16:creationId xmlns:a16="http://schemas.microsoft.com/office/drawing/2014/main" id="{1A3659D3-A78A-B75A-0FFA-377E638D40A4}"/>
              </a:ext>
            </a:extLst>
          </p:cNvPr>
          <p:cNvSpPr>
            <a:spLocks noGrp="1" noChangeAspect="1"/>
          </p:cNvSpPr>
          <p:nvPr>
            <p:ph type="pic" sz="quarter" idx="130" hasCustomPrompt="1"/>
          </p:nvPr>
        </p:nvSpPr>
        <p:spPr>
          <a:xfrm>
            <a:off x="5860474" y="2002026"/>
            <a:ext cx="471054" cy="471068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icon 1">
            <a:extLst>
              <a:ext uri="{FF2B5EF4-FFF2-40B4-BE49-F238E27FC236}">
                <a16:creationId xmlns:a16="http://schemas.microsoft.com/office/drawing/2014/main" id="{09458A18-F7E9-70F7-BF0C-5C28CA01E933}"/>
              </a:ext>
            </a:extLst>
          </p:cNvPr>
          <p:cNvSpPr>
            <a:spLocks noGrp="1" noChangeAspect="1"/>
          </p:cNvSpPr>
          <p:nvPr>
            <p:ph type="pic" sz="quarter" idx="126" hasCustomPrompt="1"/>
          </p:nvPr>
        </p:nvSpPr>
        <p:spPr>
          <a:xfrm>
            <a:off x="2102798" y="2002026"/>
            <a:ext cx="471054" cy="471068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A04FA9D-3D6B-0360-DF22-EF48E57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8CA47-0BBD-8479-E13A-2DAD8812D37C}"/>
              </a:ext>
            </a:extLst>
          </p:cNvPr>
          <p:cNvSpPr>
            <a:spLocks noGrp="1"/>
          </p:cNvSpPr>
          <p:nvPr>
            <p:ph type="sldNum" sz="quarter" idx="14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8066AA52-FA2B-2037-1638-778F7F80EC56}"/>
              </a:ext>
            </a:extLst>
          </p:cNvPr>
          <p:cNvSpPr>
            <a:spLocks noGrp="1"/>
          </p:cNvSpPr>
          <p:nvPr>
            <p:ph type="body" sz="quarter" idx="154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94949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A04FA9D-3D6B-0360-DF22-EF48E57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8CA47-0BBD-8479-E13A-2DAD8812D37C}"/>
              </a:ext>
            </a:extLst>
          </p:cNvPr>
          <p:cNvSpPr>
            <a:spLocks noGrp="1"/>
          </p:cNvSpPr>
          <p:nvPr>
            <p:ph type="sldNum" sz="quarter" idx="14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ard 2">
            <a:extLst>
              <a:ext uri="{FF2B5EF4-FFF2-40B4-BE49-F238E27FC236}">
                <a16:creationId xmlns:a16="http://schemas.microsoft.com/office/drawing/2014/main" id="{A3966493-45B3-0D40-32EA-050C354DFB3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210300" y="1866900"/>
            <a:ext cx="5398440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8" name="card 1">
            <a:extLst>
              <a:ext uri="{FF2B5EF4-FFF2-40B4-BE49-F238E27FC236}">
                <a16:creationId xmlns:a16="http://schemas.microsoft.com/office/drawing/2014/main" id="{DED601D2-EF24-4B19-E425-A9B6AA1D99CD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1527" y="1866900"/>
            <a:ext cx="5398440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9" name="subcopy 2">
            <a:extLst>
              <a:ext uri="{FF2B5EF4-FFF2-40B4-BE49-F238E27FC236}">
                <a16:creationId xmlns:a16="http://schemas.microsoft.com/office/drawing/2014/main" id="{DE91BB11-8060-6934-D1F9-59330E996A3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211744" y="3664527"/>
            <a:ext cx="5394022" cy="267766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10" name="header 2">
            <a:extLst>
              <a:ext uri="{FF2B5EF4-FFF2-40B4-BE49-F238E27FC236}">
                <a16:creationId xmlns:a16="http://schemas.microsoft.com/office/drawing/2014/main" id="{5F0AA124-4BCC-A1FA-D25F-0FE6EE69875A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6211744" y="3255592"/>
            <a:ext cx="5394022" cy="338554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subcopy 1">
            <a:extLst>
              <a:ext uri="{FF2B5EF4-FFF2-40B4-BE49-F238E27FC236}">
                <a16:creationId xmlns:a16="http://schemas.microsoft.com/office/drawing/2014/main" id="{58A5A1B5-478D-5DE6-4431-FE4E1D0AFDC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4548" y="3664527"/>
            <a:ext cx="5394022" cy="267766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12" name="header 1">
            <a:extLst>
              <a:ext uri="{FF2B5EF4-FFF2-40B4-BE49-F238E27FC236}">
                <a16:creationId xmlns:a16="http://schemas.microsoft.com/office/drawing/2014/main" id="{0B363B86-1EB0-C0F9-70F8-DDCD0B814CC2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4548" y="3255592"/>
            <a:ext cx="5394022" cy="338554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BFEDACC1-8EEA-EE73-E06A-6A1DE05DAD55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4418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rd 3">
            <a:extLst>
              <a:ext uri="{FF2B5EF4-FFF2-40B4-BE49-F238E27FC236}">
                <a16:creationId xmlns:a16="http://schemas.microsoft.com/office/drawing/2014/main" id="{E84FE5ED-6861-CF20-5CA8-2E98B4741FF0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077225" y="1866900"/>
            <a:ext cx="3531711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51C2E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6" name="card 2">
            <a:extLst>
              <a:ext uri="{FF2B5EF4-FFF2-40B4-BE49-F238E27FC236}">
                <a16:creationId xmlns:a16="http://schemas.microsoft.com/office/drawing/2014/main" id="{156341AF-100B-0E19-3557-088CD57CDFA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330780" y="1866900"/>
            <a:ext cx="3530441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51C2E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7" name="card 1">
            <a:extLst>
              <a:ext uri="{FF2B5EF4-FFF2-40B4-BE49-F238E27FC236}">
                <a16:creationId xmlns:a16="http://schemas.microsoft.com/office/drawing/2014/main" id="{498F65FE-B199-115C-B97F-89DF96BC00AC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1527" y="1866900"/>
            <a:ext cx="3530441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51C2E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 dirty="0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8092948" y="3690644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8092948" y="2917038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32224" y="3690644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332224" y="2917038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4548" y="3690644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4548" y="2943155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A04FA9D-3D6B-0360-DF22-EF48E57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8CA47-0BBD-8479-E13A-2DAD8812D37C}"/>
              </a:ext>
            </a:extLst>
          </p:cNvPr>
          <p:cNvSpPr>
            <a:spLocks noGrp="1"/>
          </p:cNvSpPr>
          <p:nvPr>
            <p:ph type="sldNum" sz="quarter" idx="14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6F9FA842-5AF9-538B-550D-1F58CCBB22B6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5077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 card 4">
            <a:extLst>
              <a:ext uri="{FF2B5EF4-FFF2-40B4-BE49-F238E27FC236}">
                <a16:creationId xmlns:a16="http://schemas.microsoft.com/office/drawing/2014/main" id="{13B3050A-3DB3-2B94-EE95-EDBA83B27117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9031394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 algn="l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6" name="card 3">
            <a:extLst>
              <a:ext uri="{FF2B5EF4-FFF2-40B4-BE49-F238E27FC236}">
                <a16:creationId xmlns:a16="http://schemas.microsoft.com/office/drawing/2014/main" id="{E5DCE96B-4FD2-7E67-D883-25E6D705238B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211710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 algn="l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7" name="card 2">
            <a:extLst>
              <a:ext uri="{FF2B5EF4-FFF2-40B4-BE49-F238E27FC236}">
                <a16:creationId xmlns:a16="http://schemas.microsoft.com/office/drawing/2014/main" id="{341C19EB-586E-C78D-C54A-DC33D848FD7F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3392026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 algn="l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8" name="card 1">
            <a:extLst>
              <a:ext uri="{FF2B5EF4-FFF2-40B4-BE49-F238E27FC236}">
                <a16:creationId xmlns:a16="http://schemas.microsoft.com/office/drawing/2014/main" id="{72EE09C4-228D-210B-DE62-8D7CAD1BCC5B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342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 algn="l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6211710" y="3690644"/>
            <a:ext cx="2587747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6211710" y="2943155"/>
            <a:ext cx="2587747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Title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92026" y="3690644"/>
            <a:ext cx="2587747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392026" y="2943155"/>
            <a:ext cx="2587747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Title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4548" y="3690644"/>
            <a:ext cx="2587747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4548" y="2943155"/>
            <a:ext cx="2587747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Title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8" name="subcopy 4">
            <a:extLst>
              <a:ext uri="{FF2B5EF4-FFF2-40B4-BE49-F238E27FC236}">
                <a16:creationId xmlns:a16="http://schemas.microsoft.com/office/drawing/2014/main" id="{2D5BEF99-EA9F-D665-9F85-FE7949FBAF9B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9029705" y="3690644"/>
            <a:ext cx="2587747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9" name="header 4">
            <a:extLst>
              <a:ext uri="{FF2B5EF4-FFF2-40B4-BE49-F238E27FC236}">
                <a16:creationId xmlns:a16="http://schemas.microsoft.com/office/drawing/2014/main" id="{D2485A51-831B-4CBA-F63E-2A37766E00B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9029705" y="2943155"/>
            <a:ext cx="2587747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Title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A04FA9D-3D6B-0360-DF22-EF48E57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8CA47-0BBD-8479-E13A-2DAD8812D37C}"/>
              </a:ext>
            </a:extLst>
          </p:cNvPr>
          <p:cNvSpPr>
            <a:spLocks noGrp="1"/>
          </p:cNvSpPr>
          <p:nvPr>
            <p:ph type="sldNum" sz="quarter" idx="14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6AC5D7DB-9BE9-1BA8-2F9B-6D0D0A3D3BF2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373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rd 6">
            <a:extLst>
              <a:ext uri="{FF2B5EF4-FFF2-40B4-BE49-F238E27FC236}">
                <a16:creationId xmlns:a16="http://schemas.microsoft.com/office/drawing/2014/main" id="{4E916B5A-BD9C-45C8-1B06-CB2D4CD4BE4B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8092948" y="4068642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9" name="card 5">
            <a:extLst>
              <a:ext uri="{FF2B5EF4-FFF2-40B4-BE49-F238E27FC236}">
                <a16:creationId xmlns:a16="http://schemas.microsoft.com/office/drawing/2014/main" id="{318D4C70-E524-4E42-8469-F9657EA7968F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4332224" y="4068642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10" name="card 4">
            <a:extLst>
              <a:ext uri="{FF2B5EF4-FFF2-40B4-BE49-F238E27FC236}">
                <a16:creationId xmlns:a16="http://schemas.microsoft.com/office/drawing/2014/main" id="{E0FAD328-F410-AAA6-1631-1B2A34081797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574548" y="4068642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3" name="card 3">
            <a:extLst>
              <a:ext uri="{FF2B5EF4-FFF2-40B4-BE49-F238E27FC236}">
                <a16:creationId xmlns:a16="http://schemas.microsoft.com/office/drawing/2014/main" id="{FC10FB4A-3D81-E7D2-D243-0FC5D106107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092948" y="1610234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 dirty="0"/>
              <a:t>.</a:t>
            </a:r>
          </a:p>
        </p:txBody>
      </p:sp>
      <p:sp>
        <p:nvSpPr>
          <p:cNvPr id="6" name="card 2">
            <a:extLst>
              <a:ext uri="{FF2B5EF4-FFF2-40B4-BE49-F238E27FC236}">
                <a16:creationId xmlns:a16="http://schemas.microsoft.com/office/drawing/2014/main" id="{EDDE8F2C-B10A-23D8-7E5B-540C9AAA654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332224" y="1610234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7" name="card 1">
            <a:extLst>
              <a:ext uri="{FF2B5EF4-FFF2-40B4-BE49-F238E27FC236}">
                <a16:creationId xmlns:a16="http://schemas.microsoft.com/office/drawing/2014/main" id="{A6759C01-2110-3235-0709-5D7FBAA94E96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4548" y="1610234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8092948" y="2809552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8092948" y="2062063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amet consectetur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30700" y="2809552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330700" y="2062063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4548" y="2809552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4548" y="2062063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46" name="subcopy 6">
            <a:extLst>
              <a:ext uri="{FF2B5EF4-FFF2-40B4-BE49-F238E27FC236}">
                <a16:creationId xmlns:a16="http://schemas.microsoft.com/office/drawing/2014/main" id="{FFE2FA29-C194-E03B-8FA3-37E266B5F0D3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8092948" y="5272407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47" name="header 6">
            <a:extLst>
              <a:ext uri="{FF2B5EF4-FFF2-40B4-BE49-F238E27FC236}">
                <a16:creationId xmlns:a16="http://schemas.microsoft.com/office/drawing/2014/main" id="{7D28A5C1-729A-6AFD-D31C-ABD6005362E5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092948" y="4524918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42" name="subcopy 5">
            <a:extLst>
              <a:ext uri="{FF2B5EF4-FFF2-40B4-BE49-F238E27FC236}">
                <a16:creationId xmlns:a16="http://schemas.microsoft.com/office/drawing/2014/main" id="{D6E03BB6-A9B3-C5B2-D000-284627E0A105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4330700" y="5272407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amet, consectetur eu lacus</a:t>
            </a:r>
          </a:p>
        </p:txBody>
      </p:sp>
      <p:sp>
        <p:nvSpPr>
          <p:cNvPr id="43" name="header 5">
            <a:extLst>
              <a:ext uri="{FF2B5EF4-FFF2-40B4-BE49-F238E27FC236}">
                <a16:creationId xmlns:a16="http://schemas.microsoft.com/office/drawing/2014/main" id="{6AD73A66-886C-F709-1753-18BA1746D16F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4330700" y="4524918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8" name="subcopy 4">
            <a:extLst>
              <a:ext uri="{FF2B5EF4-FFF2-40B4-BE49-F238E27FC236}">
                <a16:creationId xmlns:a16="http://schemas.microsoft.com/office/drawing/2014/main" id="{2D5BEF99-EA9F-D665-9F85-FE7949FBAF9B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574548" y="5272407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9" name="header 4">
            <a:extLst>
              <a:ext uri="{FF2B5EF4-FFF2-40B4-BE49-F238E27FC236}">
                <a16:creationId xmlns:a16="http://schemas.microsoft.com/office/drawing/2014/main" id="{D2485A51-831B-4CBA-F63E-2A37766E00B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574548" y="4524918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A04FA9D-3D6B-0360-DF22-EF48E57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8CA47-0BBD-8479-E13A-2DAD8812D37C}"/>
              </a:ext>
            </a:extLst>
          </p:cNvPr>
          <p:cNvSpPr>
            <a:spLocks noGrp="1"/>
          </p:cNvSpPr>
          <p:nvPr>
            <p:ph type="sldNum" sz="quarter" idx="14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ivider">
            <a:extLst>
              <a:ext uri="{FF2B5EF4-FFF2-40B4-BE49-F238E27FC236}">
                <a16:creationId xmlns:a16="http://schemas.microsoft.com/office/drawing/2014/main" id="{257378BA-56B4-7992-D08F-02FA021AC26B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5335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0A77B5-C644-0DEA-1475-6949B17466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6877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0A77B5-C644-0DEA-1475-6949B17466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 hidden="1">
            <a:extLst>
              <a:ext uri="{FF2B5EF4-FFF2-40B4-BE49-F238E27FC236}">
                <a16:creationId xmlns:a16="http://schemas.microsoft.com/office/drawing/2014/main" id="{77795D66-345E-0525-E935-0831FDB5049E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</p:grpSpPr>
        <p:cxnSp>
          <p:nvCxnSpPr>
            <p:cNvPr id="4" name="line">
              <a:extLst>
                <a:ext uri="{FF2B5EF4-FFF2-40B4-BE49-F238E27FC236}">
                  <a16:creationId xmlns:a16="http://schemas.microsoft.com/office/drawing/2014/main" id="{F5C44C84-12CD-9E90-C4ED-E4B5846640F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ln w="12700">
              <a:solidFill>
                <a:schemeClr val="bg1"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logo">
              <a:extLst>
                <a:ext uri="{FF2B5EF4-FFF2-40B4-BE49-F238E27FC236}">
                  <a16:creationId xmlns:a16="http://schemas.microsoft.com/office/drawing/2014/main" id="{9A11AD99-7A6E-BCFF-164D-797E26D6AD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658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image">
            <a:extLst>
              <a:ext uri="{FF2B5EF4-FFF2-40B4-BE49-F238E27FC236}">
                <a16:creationId xmlns:a16="http://schemas.microsoft.com/office/drawing/2014/main" id="{5921C62E-8272-213C-B59E-B25FBB266F84}"/>
              </a:ext>
            </a:extLst>
          </p:cNvPr>
          <p:cNvPicPr/>
          <p:nvPr userDrawn="1"/>
        </p:nvPicPr>
        <p:blipFill>
          <a:blip r:embed="rId2">
            <a:alphaModFix amt="90000"/>
          </a:blip>
          <a:srcRect t="20373" r="203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A28DCA-D14A-0AA4-C224-E573F204FCA5}"/>
              </a:ext>
            </a:extLst>
          </p:cNvPr>
          <p:cNvSpPr txBox="1"/>
          <p:nvPr userDrawn="1"/>
        </p:nvSpPr>
        <p:spPr>
          <a:xfrm>
            <a:off x="2451100" y="1639337"/>
            <a:ext cx="7289800" cy="2912744"/>
          </a:xfrm>
          <a:prstGeom prst="roundRect">
            <a:avLst>
              <a:gd name="adj" fmla="val 4292"/>
            </a:avLst>
          </a:prstGeom>
          <a:noFill/>
          <a:ln w="25400">
            <a:noFill/>
            <a:miter lim="800000"/>
          </a:ln>
          <a:effectLst>
            <a:outerShdw blurRad="536364" dist="389996" dir="5400000" sx="104000" sy="104000" algn="t" rotWithShape="0">
              <a:srgbClr val="000714">
                <a:alpha val="76031"/>
              </a:srgbClr>
            </a:outerShdw>
          </a:effectLst>
        </p:spPr>
        <p:txBody>
          <a:bodyPr vert="horz" wrap="square" lIns="182880" tIns="0" rIns="182880" bIns="228600" rtlCol="0" anchor="ctr">
            <a:noAutofit/>
          </a:bodyPr>
          <a:lstStyle>
            <a:lvl1pPr marR="0" lvl="0" indent="0" algn="ctr" defTabSz="914258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tabLst/>
              <a:defRPr sz="6600" b="0" i="0" cap="none" spc="0" baseline="0">
                <a:solidFill>
                  <a:schemeClr val="bg1"/>
                </a:solidFill>
                <a:latin typeface="+mj-lt"/>
                <a:cs typeface="DT Flow Light Light" panose="020F0302020204030204" pitchFamily="34" charset="0"/>
              </a:defRPr>
            </a:lvl1pPr>
          </a:lstStyle>
          <a:p>
            <a:pPr lvl="0"/>
            <a:r>
              <a:rPr lang="en-US" b="0" i="0" dirty="0">
                <a:solidFill>
                  <a:schemeClr val="tx1"/>
                </a:solidFill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6224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image" Target="../media/image2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image" hidden="1">
            <a:extLst>
              <a:ext uri="{FF2B5EF4-FFF2-40B4-BE49-F238E27FC236}">
                <a16:creationId xmlns:a16="http://schemas.microsoft.com/office/drawing/2014/main" id="{B691C8DF-57D8-CD76-1E88-D289BBC1F2CC}"/>
              </a:ext>
            </a:extLst>
          </p:cNvPr>
          <p:cNvPicPr/>
          <p:nvPr userDrawn="1"/>
        </p:nvPicPr>
        <p:blipFill>
          <a:blip r:embed="rId6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650" y="0"/>
            <a:ext cx="12188715" cy="6858000"/>
          </a:xfrm>
          <a:prstGeom prst="rect">
            <a:avLst/>
          </a:prstGeom>
        </p:spPr>
      </p:pic>
      <p:sp>
        <p:nvSpPr>
          <p:cNvPr id="6" name="text placeholder ">
            <a:extLst>
              <a:ext uri="{FF2B5EF4-FFF2-40B4-BE49-F238E27FC236}">
                <a16:creationId xmlns:a16="http://schemas.microsoft.com/office/drawing/2014/main" id="{6B8810DA-1C8B-A19C-F400-11005AEEE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468599"/>
            <a:ext cx="11049000" cy="4712420"/>
          </a:xfrm>
          <a:prstGeom prst="rect">
            <a:avLst/>
          </a:prstGeom>
          <a:ln>
            <a:noFill/>
          </a:ln>
        </p:spPr>
        <p:txBody>
          <a:bodyPr vert="horz" lIns="27432" tIns="0" rIns="27432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4D59B7F-FE6B-CE37-CFE7-648084CF3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73278"/>
            <a:ext cx="11049000" cy="569387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1" name="logo lockup">
            <a:extLst>
              <a:ext uri="{FF2B5EF4-FFF2-40B4-BE49-F238E27FC236}">
                <a16:creationId xmlns:a16="http://schemas.microsoft.com/office/drawing/2014/main" id="{C8156C29-5BAD-7D35-876A-C9AB8E5C898F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chemeClr val="bg2"/>
          </a:solidFill>
        </p:grpSpPr>
        <p:cxnSp>
          <p:nvCxnSpPr>
            <p:cNvPr id="7" name="line">
              <a:extLst>
                <a:ext uri="{FF2B5EF4-FFF2-40B4-BE49-F238E27FC236}">
                  <a16:creationId xmlns:a16="http://schemas.microsoft.com/office/drawing/2014/main" id="{7CE641AD-52DA-33AB-8C78-91178F99E96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chemeClr val="bg2"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4197F57A-0A38-9B59-F7B7-750813DB54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8984-51A6-20F3-912E-A814E9403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5766" y="6415772"/>
            <a:ext cx="372154" cy="212366"/>
          </a:xfrm>
          <a:prstGeom prst="rect">
            <a:avLst/>
          </a:prstGeom>
          <a:noFill/>
          <a:ln>
            <a:solidFill>
              <a:schemeClr val="bg1">
                <a:alpha val="0"/>
              </a:schemeClr>
            </a:solidFill>
          </a:ln>
        </p:spPr>
        <p:txBody>
          <a:bodyPr vert="horz" wrap="square" lIns="0" tIns="0" rIns="0" bIns="27432" rtlCol="0" anchor="ctr">
            <a:spAutoFit/>
          </a:bodyPr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66244EC-FDE2-0F4B-827B-52D41CB8640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E7898A2A-172B-19C3-E0C8-EAACD48B5B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0881"/>
            <a:ext cx="4114800" cy="222150"/>
          </a:xfrm>
          <a:prstGeom prst="rect">
            <a:avLst/>
          </a:prstGeom>
          <a:ln>
            <a:solidFill>
              <a:schemeClr val="bg1">
                <a:alpha val="0"/>
              </a:schemeClr>
            </a:solidFill>
          </a:ln>
        </p:spPr>
        <p:txBody>
          <a:bodyPr vert="horz" lIns="0" tIns="45720" rIns="0" bIns="45720" rtlCol="0" anchor="ctr">
            <a:noAutofit/>
          </a:bodyPr>
          <a:lstStyle>
            <a:lvl1pPr algn="ctr">
              <a:defRPr sz="700" spc="200" baseline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BCC47CA3-A769-8E66-9B6F-2AFE2B3EF32D}"/>
              </a:ext>
            </a:extLst>
          </p:cNvPr>
          <p:cNvSpPr txBox="1">
            <a:spLocks/>
          </p:cNvSpPr>
          <p:nvPr userDrawn="1"/>
        </p:nvSpPr>
        <p:spPr>
          <a:xfrm>
            <a:off x="382656" y="6415772"/>
            <a:ext cx="1794009" cy="212366"/>
          </a:xfrm>
          <a:prstGeom prst="rect">
            <a:avLst/>
          </a:prstGeom>
          <a:noFill/>
          <a:ln>
            <a:solidFill>
              <a:schemeClr val="bg1">
                <a:alpha val="0"/>
              </a:schemeClr>
            </a:solidFill>
          </a:ln>
        </p:spPr>
        <p:txBody>
          <a:bodyPr vert="horz" wrap="square" lIns="0" tIns="0" rIns="0" bIns="27432" rtlCol="0" anchor="ctr">
            <a:spAutoFit/>
          </a:bodyPr>
          <a:lstStyle>
            <a:defPPr>
              <a:defRPr lang="en-US"/>
            </a:defPPr>
            <a:lvl1pPr marL="0" algn="l" defTabSz="913569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6783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569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354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138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922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0707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7492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4275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©</a:t>
            </a:r>
            <a:r>
              <a:rPr lang="en-US" sz="1200" b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 2026 Dynatrace, LLC.</a:t>
            </a:r>
          </a:p>
        </p:txBody>
      </p:sp>
    </p:spTree>
    <p:extLst>
      <p:ext uri="{BB962C8B-B14F-4D97-AF65-F5344CB8AC3E}">
        <p14:creationId xmlns:p14="http://schemas.microsoft.com/office/powerpoint/2010/main" val="2311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42" r:id="rId2"/>
    <p:sldLayoutId id="2147483941" r:id="rId3"/>
    <p:sldLayoutId id="2147483940" r:id="rId4"/>
    <p:sldLayoutId id="2147483908" r:id="rId5"/>
    <p:sldLayoutId id="2147483987" r:id="rId6"/>
    <p:sldLayoutId id="2147483922" r:id="rId7"/>
    <p:sldLayoutId id="2147483988" r:id="rId8"/>
    <p:sldLayoutId id="2147483933" r:id="rId9"/>
    <p:sldLayoutId id="2147483932" r:id="rId10"/>
    <p:sldLayoutId id="2147483934" r:id="rId11"/>
    <p:sldLayoutId id="2147483788" r:id="rId12"/>
    <p:sldLayoutId id="2147483919" r:id="rId13"/>
    <p:sldLayoutId id="2147483981" r:id="rId14"/>
    <p:sldLayoutId id="2147483980" r:id="rId15"/>
    <p:sldLayoutId id="2147483839" r:id="rId16"/>
    <p:sldLayoutId id="2147483936" r:id="rId17"/>
    <p:sldLayoutId id="2147483841" r:id="rId18"/>
    <p:sldLayoutId id="2147483935" r:id="rId19"/>
    <p:sldLayoutId id="2147483945" r:id="rId20"/>
    <p:sldLayoutId id="2147483748" r:id="rId21"/>
    <p:sldLayoutId id="2147483790" r:id="rId22"/>
    <p:sldLayoutId id="2147483959" r:id="rId23"/>
    <p:sldLayoutId id="2147483960" r:id="rId24"/>
    <p:sldLayoutId id="2147483793" r:id="rId25"/>
    <p:sldLayoutId id="2147483937" r:id="rId26"/>
    <p:sldLayoutId id="2147483938" r:id="rId27"/>
    <p:sldLayoutId id="2147483984" r:id="rId28"/>
    <p:sldLayoutId id="2147483985" r:id="rId29"/>
    <p:sldLayoutId id="2147483943" r:id="rId30"/>
    <p:sldLayoutId id="2147483946" r:id="rId31"/>
    <p:sldLayoutId id="2147483961" r:id="rId32"/>
    <p:sldLayoutId id="2147483962" r:id="rId33"/>
    <p:sldLayoutId id="2147483968" r:id="rId34"/>
    <p:sldLayoutId id="2147483963" r:id="rId35"/>
    <p:sldLayoutId id="2147483816" r:id="rId36"/>
    <p:sldLayoutId id="2147483971" r:id="rId37"/>
    <p:sldLayoutId id="2147483970" r:id="rId38"/>
    <p:sldLayoutId id="2147483972" r:id="rId39"/>
    <p:sldLayoutId id="2147483973" r:id="rId40"/>
    <p:sldLayoutId id="2147483947" r:id="rId41"/>
    <p:sldLayoutId id="2147483948" r:id="rId42"/>
    <p:sldLayoutId id="2147483949" r:id="rId43"/>
    <p:sldLayoutId id="2147483964" r:id="rId44"/>
    <p:sldLayoutId id="2147483965" r:id="rId45"/>
    <p:sldLayoutId id="2147483966" r:id="rId46"/>
    <p:sldLayoutId id="2147483967" r:id="rId47"/>
    <p:sldLayoutId id="2147483953" r:id="rId48"/>
    <p:sldLayoutId id="2147483952" r:id="rId49"/>
    <p:sldLayoutId id="2147483950" r:id="rId50"/>
    <p:sldLayoutId id="2147483951" r:id="rId51"/>
    <p:sldLayoutId id="2147483874" r:id="rId52"/>
    <p:sldLayoutId id="2147483876" r:id="rId53"/>
    <p:sldLayoutId id="2147483877" r:id="rId54"/>
    <p:sldLayoutId id="2147483982" r:id="rId55"/>
    <p:sldLayoutId id="2147483956" r:id="rId56"/>
    <p:sldLayoutId id="2147483986" r:id="rId57"/>
    <p:sldLayoutId id="2147483979" r:id="rId58"/>
    <p:sldLayoutId id="2147483978" r:id="rId59"/>
    <p:sldLayoutId id="2147483977" r:id="rId60"/>
    <p:sldLayoutId id="2147483976" r:id="rId61"/>
    <p:sldLayoutId id="2147483758" r:id="rId62"/>
    <p:sldLayoutId id="2147483983" r:id="rId63"/>
    <p:sldLayoutId id="2147483903" r:id="rId64"/>
  </p:sldLayoutIdLst>
  <p:hf hdr="0" ftr="0" dt="0"/>
  <p:txStyles>
    <p:titleStyle>
      <a:lvl1pPr marL="0" marR="0" indent="0" algn="l" defTabSz="914258" rtl="0" eaLnBrk="1" fontAlgn="ctr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4000" b="0" i="0" kern="1200" cap="none" spc="0" baseline="0">
          <a:solidFill>
            <a:schemeClr val="tx1"/>
          </a:solidFill>
          <a:latin typeface="+mj-lt"/>
          <a:ea typeface="+mj-ea"/>
          <a:cs typeface="DT Flow Light" panose="020F0502020204030204" pitchFamily="34" charset="0"/>
        </a:defRPr>
      </a:lvl1pPr>
    </p:titleStyle>
    <p:bodyStyle>
      <a:lvl1pPr marL="182880" indent="-182880" algn="l" defTabSz="914258" rtl="0" eaLnBrk="1" fontAlgn="ctr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1"/>
        </a:buClr>
        <a:buSzPct val="80000"/>
        <a:buFont typeface="Arial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DT Flow Light" panose="020F0302020204030204" pitchFamily="34" charset="0"/>
        </a:defRPr>
      </a:lvl1pPr>
      <a:lvl2pPr marL="457200" indent="-182880" algn="l" defTabSz="914258" rtl="0" eaLnBrk="1" fontAlgn="ctr" latinLnBrk="0" hangingPunct="1">
        <a:lnSpc>
          <a:spcPct val="130000"/>
        </a:lnSpc>
        <a:spcBef>
          <a:spcPts val="0"/>
        </a:spcBef>
        <a:spcAft>
          <a:spcPts val="800"/>
        </a:spcAft>
        <a:buClr>
          <a:schemeClr val="tx1"/>
        </a:buClr>
        <a:buSzPct val="80000"/>
        <a:buFont typeface="DT Flow Light" panose="020B0604020202020204" pitchFamily="34" charset="0"/>
        <a:buChar char="•"/>
        <a:defRPr sz="1600" b="0" i="0" kern="1200" spc="0" baseline="0">
          <a:solidFill>
            <a:schemeClr val="tx1"/>
          </a:solidFill>
          <a:latin typeface="+mn-lt"/>
          <a:ea typeface="+mn-ea"/>
          <a:cs typeface="DT Flow Light" panose="020F0302020204030204" pitchFamily="34" charset="0"/>
        </a:defRPr>
      </a:lvl2pPr>
      <a:lvl3pPr marL="731520" indent="-182880" algn="l" defTabSz="914258" rtl="0" eaLnBrk="1" fontAlgn="ctr" latinLnBrk="0" hangingPunct="1">
        <a:lnSpc>
          <a:spcPct val="140000"/>
        </a:lnSpc>
        <a:spcBef>
          <a:spcPts val="0"/>
        </a:spcBef>
        <a:spcAft>
          <a:spcPts val="800"/>
        </a:spcAft>
        <a:buClr>
          <a:schemeClr val="tx1"/>
        </a:buClr>
        <a:buSzPct val="80000"/>
        <a:buFont typeface="DT Flow Light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+mn-ea"/>
          <a:cs typeface="DT Flow Light" panose="020F0302020204030204" pitchFamily="34" charset="0"/>
        </a:defRPr>
      </a:lvl3pPr>
      <a:lvl4pPr marL="1005840" indent="-182880" algn="l" defTabSz="914258" rtl="0" eaLnBrk="1" fontAlgn="ctr" latinLnBrk="0" hangingPunct="1">
        <a:lnSpc>
          <a:spcPct val="140000"/>
        </a:lnSpc>
        <a:spcBef>
          <a:spcPts val="0"/>
        </a:spcBef>
        <a:spcAft>
          <a:spcPts val="800"/>
        </a:spcAft>
        <a:buClr>
          <a:schemeClr val="tx1"/>
        </a:buClr>
        <a:buSzPct val="80000"/>
        <a:buFont typeface="DT Flow Light" panose="020B0604020202020204" pitchFamily="34" charset="0"/>
        <a:buChar char="•"/>
        <a:defRPr sz="1200" b="0" i="0" kern="1200" spc="0" baseline="0">
          <a:solidFill>
            <a:schemeClr val="tx1"/>
          </a:solidFill>
          <a:latin typeface="+mn-lt"/>
          <a:ea typeface="+mn-ea"/>
          <a:cs typeface="DT Flow Light Light" panose="020F0302020204030204" pitchFamily="34" charset="0"/>
        </a:defRPr>
      </a:lvl4pPr>
      <a:lvl5pPr marL="1280160" indent="-182880" algn="l" defTabSz="914258" rtl="0" eaLnBrk="1" fontAlgn="ctr" latinLnBrk="0" hangingPunct="1">
        <a:lnSpc>
          <a:spcPct val="140000"/>
        </a:lnSpc>
        <a:spcBef>
          <a:spcPts val="0"/>
        </a:spcBef>
        <a:spcAft>
          <a:spcPts val="800"/>
        </a:spcAft>
        <a:buClr>
          <a:schemeClr val="tx1"/>
        </a:buClr>
        <a:buSzPct val="80000"/>
        <a:buFont typeface="DT Flow Light" panose="020B0604020202020204" pitchFamily="34" charset="0"/>
        <a:buChar char="•"/>
        <a:defRPr sz="1200" b="0" i="0" kern="1200" spc="0" baseline="0">
          <a:solidFill>
            <a:schemeClr val="tx1"/>
          </a:solidFill>
          <a:latin typeface="+mn-lt"/>
          <a:ea typeface="+mn-ea"/>
          <a:cs typeface="DT Flow Light" panose="020F0302020204030204" pitchFamily="34" charset="0"/>
        </a:defRPr>
      </a:lvl5pPr>
      <a:lvl6pPr marL="2514208" indent="-228565" algn="l" defTabSz="914258" rtl="0" eaLnBrk="1" latinLnBrk="0" hangingPunct="1">
        <a:lnSpc>
          <a:spcPct val="90000"/>
        </a:lnSpc>
        <a:spcBef>
          <a:spcPts val="500"/>
        </a:spcBef>
        <a:buFont typeface="DT Flow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36" indent="-228565" algn="l" defTabSz="914258" rtl="0" eaLnBrk="1" latinLnBrk="0" hangingPunct="1">
        <a:lnSpc>
          <a:spcPct val="90000"/>
        </a:lnSpc>
        <a:spcBef>
          <a:spcPts val="500"/>
        </a:spcBef>
        <a:buFont typeface="DT Flow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65" indent="-228565" algn="l" defTabSz="914258" rtl="0" eaLnBrk="1" latinLnBrk="0" hangingPunct="1">
        <a:lnSpc>
          <a:spcPct val="90000"/>
        </a:lnSpc>
        <a:spcBef>
          <a:spcPts val="500"/>
        </a:spcBef>
        <a:buFont typeface="DT Flow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94" indent="-228565" algn="l" defTabSz="914258" rtl="0" eaLnBrk="1" latinLnBrk="0" hangingPunct="1">
        <a:lnSpc>
          <a:spcPct val="90000"/>
        </a:lnSpc>
        <a:spcBef>
          <a:spcPts val="500"/>
        </a:spcBef>
        <a:buFont typeface="DT Flow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9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8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87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4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42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71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0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29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360" userDrawn="1">
          <p15:clr>
            <a:srgbClr val="F26B43"/>
          </p15:clr>
        </p15:guide>
        <p15:guide id="4" pos="808" userDrawn="1">
          <p15:clr>
            <a:srgbClr val="F26B43"/>
          </p15:clr>
        </p15:guide>
        <p15:guide id="5" pos="952" userDrawn="1">
          <p15:clr>
            <a:srgbClr val="F26B43"/>
          </p15:clr>
        </p15:guide>
        <p15:guide id="6" pos="1400" userDrawn="1">
          <p15:clr>
            <a:srgbClr val="F26B43"/>
          </p15:clr>
        </p15:guide>
        <p15:guide id="7" pos="1544" userDrawn="1">
          <p15:clr>
            <a:srgbClr val="F26B43"/>
          </p15:clr>
        </p15:guide>
        <p15:guide id="8" pos="1992" userDrawn="1">
          <p15:clr>
            <a:srgbClr val="F26B43"/>
          </p15:clr>
        </p15:guide>
        <p15:guide id="9" pos="2136" userDrawn="1">
          <p15:clr>
            <a:srgbClr val="F26B43"/>
          </p15:clr>
        </p15:guide>
        <p15:guide id="10" pos="2584" userDrawn="1">
          <p15:clr>
            <a:srgbClr val="F26B43"/>
          </p15:clr>
        </p15:guide>
        <p15:guide id="11" pos="2728" userDrawn="1">
          <p15:clr>
            <a:srgbClr val="F26B43"/>
          </p15:clr>
        </p15:guide>
        <p15:guide id="12" pos="3144" userDrawn="1">
          <p15:clr>
            <a:srgbClr val="F26B43"/>
          </p15:clr>
        </p15:guide>
        <p15:guide id="13" pos="3320" userDrawn="1">
          <p15:clr>
            <a:srgbClr val="F26B43"/>
          </p15:clr>
        </p15:guide>
        <p15:guide id="14" pos="3768" userDrawn="1">
          <p15:clr>
            <a:srgbClr val="F26B43"/>
          </p15:clr>
        </p15:guide>
        <p15:guide id="15" pos="3912" userDrawn="1">
          <p15:clr>
            <a:srgbClr val="F26B43"/>
          </p15:clr>
        </p15:guide>
        <p15:guide id="16" pos="4360" userDrawn="1">
          <p15:clr>
            <a:srgbClr val="F26B43"/>
          </p15:clr>
        </p15:guide>
        <p15:guide id="17" pos="4504" userDrawn="1">
          <p15:clr>
            <a:srgbClr val="F26B43"/>
          </p15:clr>
        </p15:guide>
        <p15:guide id="18" pos="4952" userDrawn="1">
          <p15:clr>
            <a:srgbClr val="F26B43"/>
          </p15:clr>
        </p15:guide>
        <p15:guide id="19" pos="5088" userDrawn="1">
          <p15:clr>
            <a:srgbClr val="F26B43"/>
          </p15:clr>
        </p15:guide>
        <p15:guide id="20" pos="5544" userDrawn="1">
          <p15:clr>
            <a:srgbClr val="F26B43"/>
          </p15:clr>
        </p15:guide>
        <p15:guide id="21" pos="5688" userDrawn="1">
          <p15:clr>
            <a:srgbClr val="F26B43"/>
          </p15:clr>
        </p15:guide>
        <p15:guide id="22" pos="6136" userDrawn="1">
          <p15:clr>
            <a:srgbClr val="F26B43"/>
          </p15:clr>
        </p15:guide>
        <p15:guide id="23" pos="6280" userDrawn="1">
          <p15:clr>
            <a:srgbClr val="F26B43"/>
          </p15:clr>
        </p15:guide>
        <p15:guide id="24" pos="6720" userDrawn="1">
          <p15:clr>
            <a:srgbClr val="F26B43"/>
          </p15:clr>
        </p15:guide>
        <p15:guide id="25" pos="6872" userDrawn="1">
          <p15:clr>
            <a:srgbClr val="F26B43"/>
          </p15:clr>
        </p15:guide>
        <p15:guide id="26" pos="7320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9" orient="horz" pos="768" userDrawn="1">
          <p15:clr>
            <a:srgbClr val="F26B43"/>
          </p15:clr>
        </p15:guide>
        <p15:guide id="30" orient="horz" pos="1296" userDrawn="1">
          <p15:clr>
            <a:srgbClr val="F26B43"/>
          </p15:clr>
        </p15:guide>
        <p15:guide id="31" orient="horz" pos="216" userDrawn="1">
          <p15:clr>
            <a:srgbClr val="F26B43"/>
          </p15:clr>
        </p15:guide>
        <p15:guide id="32" pos="3840" userDrawn="1">
          <p15:clr>
            <a:srgbClr val="F26B43"/>
          </p15:clr>
        </p15:guide>
        <p15:guide id="33" orient="horz" pos="576" userDrawn="1">
          <p15:clr>
            <a:srgbClr val="F26B43"/>
          </p15:clr>
        </p15:guide>
        <p15:guide id="34" orient="horz" pos="1176" userDrawn="1">
          <p15:clr>
            <a:srgbClr val="F26B43"/>
          </p15:clr>
        </p15:guide>
        <p15:guide id="35" orient="horz" pos="3960" userDrawn="1">
          <p15:clr>
            <a:srgbClr val="F26B43"/>
          </p15:clr>
        </p15:guide>
        <p15:guide id="36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t>Business Insights Analyst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t>Dynatrace Insights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Cross-channel observability and mission-critical app monitoring · Leadership brief · 2026-05-28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Hannah's Bread Company — Dynatrace migration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situation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Hannah's is transitioning to Dynatrace® from Datadog across 30 U.S. and Canada facilities — a greenfield implementation with an urgency to move fast</a:t>
            </a:r>
          </a:p>
          <a:p>
            <a:r>
              <a:rPr dirty="0"/>
              <a:t>Two mission-critical logistics apps (</a:t>
            </a:r>
            <a:r>
              <a:rPr dirty="0" err="1"/>
              <a:t>breadSHIP</a:t>
            </a:r>
            <a:r>
              <a:rPr dirty="0"/>
              <a:t> and </a:t>
            </a:r>
            <a:r>
              <a:rPr dirty="0" err="1"/>
              <a:t>breadSAIL</a:t>
            </a:r>
            <a:r>
              <a:rPr dirty="0"/>
              <a:t>) have significant performance issues and no Application Performance Monitoring (APM) visibility today</a:t>
            </a:r>
          </a:p>
          <a:p>
            <a:r>
              <a:rPr dirty="0"/>
              <a:t>A fast-growing mobile ordering app — Hannah's newest direct revenue channel — has no performance instrumentation: failed orders, slow checkouts, and geographic gaps are invisible until a customer calls</a:t>
            </a:r>
          </a:p>
          <a:p>
            <a:r>
              <a:rPr dirty="0"/>
              <a:t>National expansion is planned with no monitoring readiness indicators and no formal Service Level Objective (SLO) tracking in place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1500" y="681740"/>
            <a:ext cx="11049000" cy="674031"/>
          </a:xfrm>
        </p:spPr>
        <p:txBody>
          <a:bodyPr/>
          <a:lstStyle/>
          <a:p>
            <a:r>
              <a:rPr sz="2400" dirty="0"/>
              <a:t>Hannah's team learns of outages from staff and customers — not from monitoring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 — five confirmed visibility gaps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5"/>
          </p:nvPr>
        </p:nvSpPr>
        <p:spPr/>
        <p:txBody>
          <a:bodyPr/>
          <a:lstStyle/>
          <a:p>
            <a:r>
              <a:t>The mobile ordering app has no Real User Monitoring (RUM) across devices, browsers, or geographies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6"/>
          </p:nvPr>
        </p:nvSpPr>
        <p:spPr/>
        <p:txBody>
          <a:bodyPr/>
          <a:lstStyle/>
          <a:p>
            <a:r>
              <a:t>Hannah's fastest-growing revenue channel has no early warning signal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7"/>
          </p:nvPr>
        </p:nvSpPr>
        <p:spPr/>
        <p:txBody>
          <a:bodyPr/>
          <a:lstStyle/>
          <a:p>
            <a:r>
              <a:t>Mobile failures invisible to 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1"/>
          </p:nvPr>
        </p:nvSpPr>
        <p:spPr/>
        <p:txBody>
          <a:bodyPr/>
          <a:lstStyle/>
          <a:p>
            <a:r>
              <a:t>No SLO tracking exists in Dynatrace; target values have not been formally agreed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2"/>
          </p:nvPr>
        </p:nvSpPr>
        <p:spPr/>
        <p:txBody>
          <a:bodyPr/>
          <a:lstStyle/>
          <a:p>
            <a:r>
              <a:t>SLO configuration requires a target-setting workshop as a prerequisite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3"/>
          </p:nvPr>
        </p:nvSpPr>
        <p:spPr/>
        <p:txBody>
          <a:bodyPr/>
          <a:lstStyle/>
          <a:p>
            <a:r>
              <a:t>Availability is a verbal commitment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r>
              <a:t>Baseline host inventory has not been completed — the full infrastructure gap is unknown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r>
              <a:t>Dynatrace has zero coverage today; Datadog scope is pending the inventory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r>
              <a:t>30-facility coverage unconfirmed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0"/>
          </p:nvPr>
        </p:nvSpPr>
        <p:spPr/>
        <p:txBody>
          <a:bodyPr/>
          <a:lstStyle/>
          <a:p>
            <a:r>
              <a:t>No proactive Synthetic monitoring covers breadSHIP, breadSAIL, or the mobile app API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r>
              <a:t>Datadog synthetic coverage scope is pending confirmation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6"/>
          </p:nvPr>
        </p:nvSpPr>
        <p:spPr/>
        <p:txBody>
          <a:bodyPr/>
          <a:lstStyle/>
          <a:p>
            <a:r>
              <a:t>Outages discovered by staff, not 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6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7"/>
          </p:nvPr>
        </p:nvSpPr>
        <p:spPr/>
        <p:txBody>
          <a:bodyPr/>
          <a:lstStyle/>
          <a:p>
            <a:endParaRPr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8"/>
          </p:nvPr>
        </p:nvSpPr>
        <p:spPr/>
        <p:txBody>
          <a:bodyPr/>
          <a:lstStyle/>
          <a:p>
            <a:endParaRPr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9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 five gaps are confirmed — the monitoring safety net does not yet exist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instrumented connection exists between application performance and business outcomes such as order delays, dispatch failures, or mobile conversion rates</a:t>
            </a:r>
          </a:p>
          <a:p>
            <a:r>
              <a:t>When breadSHIP or breadSAIL fails, dock workers and yard coordinators cannot complete dispatch operations — risking spoilage and missed delivery windows — but IT only hears about it after the fact</a:t>
            </a:r>
          </a:p>
          <a:p>
            <a:r>
              <a:t>The mobile ordering app has no conversion funnel instrumentation — whether a latency spike is costing orders is unknowable without business event tracking</a:t>
            </a:r>
          </a:p>
          <a:p>
            <a:r>
              <a:t>Closing this gap is the highest-effort action in the plan, requiring application-layer instrumentation and logistics team coordination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learns of operational impact from logistics reports, not dashboards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Finding 5 — business outcome linkage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plan — four serialized implementation waves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1"/>
          </p:nvPr>
        </p:nvSpPr>
        <p:spPr/>
        <p:txBody>
          <a:bodyPr/>
          <a:lstStyle/>
          <a:p>
            <a:r>
              <a:t>Deploy OneAgent® on breadSHIP and breadSAIL. Non-production pilot for 5 days; then production with a documented rollback plan. Validate host coverage across all 30 facilities.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r>
              <a:t>Deploy Synthetic monitors on all mission-critical endpoints. Configure SLOs and red/green availability dashboards. Enable Web RUM for visitor behavior baseline.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0"/>
          </p:nvPr>
        </p:nvSpPr>
        <p:spPr/>
        <p:txBody>
          <a:bodyPr/>
          <a:lstStyle/>
          <a:p>
            <a:r>
              <a:t>Export Datadog monitoring data and synthetic inventory before contract lapses. Compile facility host inventory. Define SLO targets with VP of IT and VP of Operations. Identify mission-critical endpoints. Name the technical DRI.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2"/>
          </p:nvPr>
        </p:nvSpPr>
        <p:spPr/>
        <p:txBody>
          <a:bodyPr/>
          <a:lstStyle/>
          <a:p>
            <a:r>
              <a:t>Gate: named technical DRI required before this wave begins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3"/>
          </p:nvPr>
        </p:nvSpPr>
        <p:spPr/>
        <p:txBody>
          <a:bodyPr/>
          <a:lstStyle/>
          <a:p>
            <a:r>
              <a:t>Wave 2 — Weeks 3–8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r>
              <a:t>Low disruption — no host agents or code changes. Delivers the technical team's top priorities immediately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r>
              <a:t>Wave 1 — Weeks 1–3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r>
              <a:t>No Dynatrace deployment required — unblocks every downstream wave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6"/>
          </p:nvPr>
        </p:nvSpPr>
        <p:spPr/>
        <p:txBody>
          <a:bodyPr/>
          <a:lstStyle/>
          <a:p>
            <a:r>
              <a:t>Pre-deployment (Days 1–5)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Wave 1 and Wave 2 — foundation and core APM (Weeks 1–8)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1"/>
          </p:nvPr>
        </p:nvSpPr>
        <p:spPr/>
        <p:txBody>
          <a:bodyPr/>
          <a:lstStyle/>
          <a:p>
            <a:r>
              <a:t>Waves are serialized — Hannah's technical team is extremely change-averse. Running simultaneous instrumentation tracks across three systems is the scenario most likely to produce a stop-work call.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r>
              <a:t>Allow Davis AI 30-day baselining period. Compare mean time to detect (MTTD) against the Datadog baseline from the pre-deployment export.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0"/>
          </p:nvPr>
        </p:nvSpPr>
        <p:spPr/>
        <p:txBody>
          <a:bodyPr/>
          <a:lstStyle/>
          <a:p>
            <a:r>
              <a:t>Deploy Mobile RUM SDK into the mobile ordering app. Configure Business Events for the mobile conversion funnel and for breadSHIP/breadSAIL logistics outcomes.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2"/>
          </p:nvPr>
        </p:nvSpPr>
        <p:spPr/>
        <p:txBody>
          <a:bodyPr/>
          <a:lstStyle/>
          <a:p>
            <a:r>
              <a:t>One wave stable before the next begins — non-negotiable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3"/>
          </p:nvPr>
        </p:nvSpPr>
        <p:spPr/>
        <p:txBody>
          <a:bodyPr/>
          <a:lstStyle/>
          <a:p>
            <a:r>
              <a:t>Sequencing rationale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r>
              <a:t>Requires sufficient OneAgent coverage to produce meaningful signal. Validates the MTTD improvement claim with a measured before/after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r>
              <a:t>Wave 4 — Week 12+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r>
              <a:t>Begins only after Wave 2 is stable in production. Timeline contingent on mobile engineering contact and app release cadence confirmation (IA-06)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6"/>
          </p:nvPr>
        </p:nvSpPr>
        <p:spPr/>
        <p:txBody>
          <a:bodyPr/>
          <a:lstStyle/>
          <a:p>
            <a:r>
              <a:t>Wave 3 — Timeline TBD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Wave 3 and Wave 4 — mobile intelligence and Davis AI validation (TBD)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VP of IT — Day 1: Approve export of all Datadog monitoring data before the contract lapses. Without this data, the migration ROI baseline disappears permanently</a:t>
            </a:r>
          </a:p>
          <a:p>
            <a:r>
              <a:t>VP of IT — Day 3: Name a technical DRI with production deployment authority for breadSHIP and breadSAIL. Without a named DRI, Wave 2 cannot begin — and Waves 3 and 4 are also blocked</a:t>
            </a:r>
          </a:p>
          <a:p>
            <a:r>
              <a:t>VP of IT + VP of Operations — Day 5: Approve SLO targets for all three applications. Requires a target-setting workshop with application owners — not just a platform configuration task</a:t>
            </a:r>
          </a:p>
          <a:p>
            <a:r>
              <a:t>CTO — Day 5: Approve full Dynatrace SaaS implementation scope and confirm a mobile engineering contact. Wave 3 timing is TBD until this is resolved</a:t>
            </a:r>
          </a:p>
          <a:p>
            <a:r>
              <a:t>VP of Operations — Day 5: Provide the national expansion plan (facilities, timeline, geographies). Without this, national expansion readiness cannot be instrumented and remains an unmeasured KPI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leadership decisions needed in the first five days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Decision required — five asks before migration begins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— Datadog contract lapses before data export: the MTTD improvement baseline is lost permanently. Mitigation: approve IA-01 on Day 1; escalate immediately if Datadog admin access is restricted</a:t>
            </a:r>
          </a:p>
          <a:p>
            <a:r>
              <a:t>HIGH — No technical DRI named: Wave 2 is blocked indefinitely and a production deployment on mission-critical logistics systems with no accountable internal owner is not acceptable. Mitigation: DA-03 is a leadership ask at the kickoff meeting</a:t>
            </a:r>
          </a:p>
          <a:p>
            <a:r>
              <a:t>MEDIUM — SLO targets set too tight trigger an immediate breach state, eroding trust in Dynatrace on Day 1. Mitigation: start all SLOs at 99.0%; schedule a formal review after 30 days of live data</a:t>
            </a:r>
          </a:p>
          <a:p>
            <a:r>
              <a:t>MEDIUM — Mobile app release cadence incompatible with Wave 3 timeline. Mitigation: IA-06 by Day 5; if quarterly cadence is confirmed, communicate the timeline slip to leadership immediately</a:t>
            </a:r>
          </a:p>
          <a:p>
            <a:r>
              <a:t>MEDIUM — Simultaneous Wave 2 and Wave 3 would overwhelm the change-averse team. Mitigation: waves are serialized — Wave 3 does not start until Wave 2 is stable in production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 — three require immediate action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H3-B (ICE 18.67): Zero facility host monitoring — confirmed greenfield gap; high confidence, low effort to discover once OneAgent deployed</a:t>
            </a:r>
          </a:p>
          <a:p>
            <a:r>
              <a:t>H6-C (ICE 15.75): No SLO tracking — availability SLO absence confirmed; highest confidence (greenfield), medium effort to configure once targets agreed</a:t>
            </a:r>
          </a:p>
          <a:p>
            <a:r>
              <a:t>H5-B (ICE 14.40): No synthetic monitoring — zero Dynatrace synthetics confirmed; Datadog coverage scope pending; high impact on MTTD</a:t>
            </a:r>
          </a:p>
          <a:p>
            <a:r>
              <a:t>H1-C (ICE 14.00): No cross-channel session stitching — web-to-mobile user journeys are invisible; low effort to configure once RUM is live</a:t>
            </a:r>
          </a:p>
          <a:p>
            <a:r>
              <a:t>H2-A (ICE 9.00): breadSHIP latency bottleneck — high impact but confidence bounded by greenfield context; no Dynatrace trace data yet to validate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top hypotheses by ICE score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lide masters">
  <a:themeElements>
    <a:clrScheme name="Custom 6">
      <a:dk1>
        <a:srgbClr val="000000"/>
      </a:dk1>
      <a:lt1>
        <a:srgbClr val="FFFFFF"/>
      </a:lt1>
      <a:dk2>
        <a:srgbClr val="1A2440"/>
      </a:dk2>
      <a:lt2>
        <a:srgbClr val="6F747F"/>
      </a:lt2>
      <a:accent1>
        <a:srgbClr val="49C2B3"/>
      </a:accent1>
      <a:accent2>
        <a:srgbClr val="3BACF0"/>
      </a:accent2>
      <a:accent3>
        <a:srgbClr val="1966FF"/>
      </a:accent3>
      <a:accent4>
        <a:srgbClr val="5E28E5"/>
      </a:accent4>
      <a:accent5>
        <a:srgbClr val="8D1CDC"/>
      </a:accent5>
      <a:accent6>
        <a:srgbClr val="C93FDB"/>
      </a:accent6>
      <a:hlink>
        <a:srgbClr val="000000"/>
      </a:hlink>
      <a:folHlink>
        <a:srgbClr val="000000"/>
      </a:folHlink>
    </a:clrScheme>
    <a:fontScheme name="Raleway">
      <a:majorFont>
        <a:latin typeface="DTFlow-Medium"/>
        <a:ea typeface=""/>
        <a:cs typeface=""/>
      </a:majorFont>
      <a:minorFont>
        <a:latin typeface="DTFlow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BEBEB"/>
        </a:solidFill>
        <a:ln w="12700">
          <a:solidFill>
            <a:srgbClr val="C2C2C2"/>
          </a:solidFill>
          <a:miter lim="800000"/>
        </a:ln>
        <a:effectLst/>
      </a:spPr>
      <a:bodyPr vert="horz" wrap="square" lIns="182880" tIns="182880" rIns="182880" bIns="210312" rtlCol="0" anchor="ctr">
        <a:noAutofit/>
      </a:bodyPr>
      <a:lstStyle>
        <a:defPPr algn="l" defTabSz="914258" fontAlgn="ctr">
          <a:lnSpc>
            <a:spcPct val="120000"/>
          </a:lnSpc>
          <a:spcAft>
            <a:spcPts val="800"/>
          </a:spcAft>
          <a:buClr>
            <a:srgbClr val="171C2D"/>
          </a:buClr>
          <a:buSzPct val="25000"/>
          <a:defRPr sz="1450" dirty="0"/>
        </a:defPPr>
      </a:lstStyle>
    </a:spDef>
    <a:txDef>
      <a:spPr>
        <a:ln>
          <a:noFill/>
        </a:ln>
      </a:spPr>
      <a:bodyPr vert="horz" wrap="square" lIns="27432" tIns="0" rIns="27432" bIns="0" rtlCol="0">
        <a:noAutofit/>
      </a:bodyPr>
      <a:lstStyle>
        <a:defPPr marL="182880" indent="-182880" algn="l">
          <a:buSzPct val="80000"/>
          <a:buFont typeface="Arial" panose="020B0604020202020204" pitchFamily="34" charset="0"/>
          <a:buChar char="•"/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PLT_Corporate_PPT_2025" id="{A315126B-54F8-CA4A-8861-99B33A1002A1}" vid="{2B03A36D-11DA-B043-9B53-4517CD7DE0E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T Flow Light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DT Flow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T Flow Ligh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DT Flow Light"/>
        <a:font script="Hebr" typeface="DT Flow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T Flow Light"/>
        <a:font script="Uigh" typeface="Microsoft Uighur"/>
        <a:font script="Geor" typeface="Sylfaen"/>
        <a:font script="Armn" typeface="DT Flow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T Flow Light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DT Flow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T Flow Ligh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DT Flow Light"/>
        <a:font script="Hebr" typeface="DT Flow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T Flow Light"/>
        <a:font script="Uigh" typeface="Microsoft Uighur"/>
        <a:font script="Geor" typeface="Sylfaen"/>
        <a:font script="Armn" typeface="DT Flow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EC38C1-336C-C74A-BF09-67ACF78B60D5}">
  <we:reference id="53c624bc-beeb-4b9d-a732-d4850792e7dc" version="1.5.0.0" store="EXCatalog" storeType="EXCatalog"/>
  <we:alternateReferences>
    <we:reference id="WA104381702" version="1.5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e98d6c4-0a6a-4101-aaef-7401c2c41272">
      <UserInfo>
        <DisplayName>Anderson, Dave (Marketing)</DisplayName>
        <AccountId>14</AccountId>
        <AccountType/>
      </UserInfo>
      <UserInfo>
        <DisplayName>Sims, Josh</DisplayName>
        <AccountId>473</AccountId>
        <AccountType/>
      </UserInfo>
      <UserInfo>
        <DisplayName>Ward, Frances</DisplayName>
        <AccountId>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BB94FF16C837468B7D13486960AFFF" ma:contentTypeVersion="10" ma:contentTypeDescription="Create a new document." ma:contentTypeScope="" ma:versionID="c903b631cc311e084714d06d0b116fff">
  <xsd:schema xmlns:xsd="http://www.w3.org/2001/XMLSchema" xmlns:xs="http://www.w3.org/2001/XMLSchema" xmlns:p="http://schemas.microsoft.com/office/2006/metadata/properties" xmlns:ns2="dd1d8f26-fb76-4973-95d8-1c00742ea3ca" xmlns:ns3="3e98d6c4-0a6a-4101-aaef-7401c2c41272" targetNamespace="http://schemas.microsoft.com/office/2006/metadata/properties" ma:root="true" ma:fieldsID="91e2fd16832581dfee94fdd5f20f879d" ns2:_="" ns3:_="">
    <xsd:import namespace="dd1d8f26-fb76-4973-95d8-1c00742ea3ca"/>
    <xsd:import namespace="3e98d6c4-0a6a-4101-aaef-7401c2c412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1d8f26-fb76-4973-95d8-1c00742ea3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8d6c4-0a6a-4101-aaef-7401c2c4127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75389F-D212-4F19-AFAD-C1BB4FFFE9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3305D2-0ECB-44A0-862C-949F259D46BE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3e98d6c4-0a6a-4101-aaef-7401c2c41272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metadata/properties"/>
    <ds:schemaRef ds:uri="dd1d8f26-fb76-4973-95d8-1c00742ea3ca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3EFB303-5C42-429A-B155-A77049E9F6A6}">
  <ds:schemaRefs>
    <ds:schemaRef ds:uri="3e98d6c4-0a6a-4101-aaef-7401c2c41272"/>
    <ds:schemaRef ds:uri="dd1d8f26-fb76-4973-95d8-1c00742ea3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 masters</Template>
  <TotalTime>2</TotalTime>
  <Words>1205</Words>
  <Application>Microsoft Macintosh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DT Flow Light</vt:lpstr>
      <vt:lpstr>Arial</vt:lpstr>
      <vt:lpstr>DT Flow</vt:lpstr>
      <vt:lpstr>DTFlow-Light</vt:lpstr>
      <vt:lpstr>DT Flow Medium</vt:lpstr>
      <vt:lpstr>DTFlow-Medium</vt:lpstr>
      <vt:lpstr>Slide masters</vt:lpstr>
      <vt:lpstr>Hannah's Bread Company — Dynatrace migration</vt:lpstr>
      <vt:lpstr>The situation</vt:lpstr>
      <vt:lpstr>Hannah's team learns of outages from staff and customers — not from monitoring</vt:lpstr>
      <vt:lpstr>Findings — five confirmed visibility gaps</vt:lpstr>
      <vt:lpstr>All five gaps are confirmed — the monitoring safety net does not yet exist</vt:lpstr>
      <vt:lpstr>Leadership learns of operational impact from logistics reports, not dashboards</vt:lpstr>
      <vt:lpstr>The plan — four serialized implementation waves</vt:lpstr>
      <vt:lpstr>Wave 1 and Wave 2 — foundation and core APM (Weeks 1–8)</vt:lpstr>
      <vt:lpstr>Wave 3 and Wave 4 — mobile intelligence and Davis AI validation (TBD)</vt:lpstr>
      <vt:lpstr>Five leadership decisions needed in the first five days</vt:lpstr>
      <vt:lpstr>Key risks — three require immediate action</vt:lpstr>
      <vt:lpstr>Appendix — top hypotheses by ICE score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Burwick, Nathon</dc:creator>
  <cp:keywords/>
  <dc:description/>
  <cp:lastModifiedBy>Burwick, Nathon</cp:lastModifiedBy>
  <cp:revision>1</cp:revision>
  <dcterms:created xsi:type="dcterms:W3CDTF">2026-05-19T14:39:08Z</dcterms:created>
  <dcterms:modified xsi:type="dcterms:W3CDTF">2026-05-28T18:50:00Z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0x01010051BB94FF16C837468B7D13486960AFFF</vt:lpwstr>
  </property>
</Properties>
</file>